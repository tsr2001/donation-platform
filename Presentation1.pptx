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2" r:id="rId1"/>
  </p:sldMasterIdLst>
  <p:sldIdLst>
    <p:sldId id="256" r:id="rId2"/>
    <p:sldId id="257" r:id="rId3"/>
    <p:sldId id="264" r:id="rId4"/>
    <p:sldId id="265" r:id="rId5"/>
    <p:sldId id="263" r:id="rId6"/>
    <p:sldId id="258" r:id="rId7"/>
    <p:sldId id="259" r:id="rId8"/>
    <p:sldId id="260" r:id="rId9"/>
    <p:sldId id="266" r:id="rId10"/>
    <p:sldId id="267" r:id="rId11"/>
    <p:sldId id="261" r:id="rId12"/>
    <p:sldId id="268" r:id="rId13"/>
    <p:sldId id="262"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1D1958-0AB9-CD49-BC50-5DF1F710E28D}" v="49" dt="2024-11-19T05:04:49.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346"/>
    <p:restoredTop sz="94562"/>
  </p:normalViewPr>
  <p:slideViewPr>
    <p:cSldViewPr snapToGrid="0">
      <p:cViewPr varScale="1">
        <p:scale>
          <a:sx n="95" d="100"/>
          <a:sy n="95" d="100"/>
        </p:scale>
        <p:origin x="208"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umma, Sunil Reddy (UMKC-Student)" userId="837c1f7e-fa35-479d-afd6-25c5d3371c0a" providerId="ADAL" clId="{F41D1958-0AB9-CD49-BC50-5DF1F710E28D}"/>
    <pc:docChg chg="undo redo custSel addSld modSld">
      <pc:chgData name="Thumma, Sunil Reddy (UMKC-Student)" userId="837c1f7e-fa35-479d-afd6-25c5d3371c0a" providerId="ADAL" clId="{F41D1958-0AB9-CD49-BC50-5DF1F710E28D}" dt="2024-11-19T05:04:49.150" v="246" actId="20577"/>
      <pc:docMkLst>
        <pc:docMk/>
      </pc:docMkLst>
      <pc:sldChg chg="addSp delSp modSp mod setBg addAnim delAnim setClrOvrMap">
        <pc:chgData name="Thumma, Sunil Reddy (UMKC-Student)" userId="837c1f7e-fa35-479d-afd6-25c5d3371c0a" providerId="ADAL" clId="{F41D1958-0AB9-CD49-BC50-5DF1F710E28D}" dt="2024-11-19T05:04:49.150" v="246" actId="20577"/>
        <pc:sldMkLst>
          <pc:docMk/>
          <pc:sldMk cId="3018176985" sldId="256"/>
        </pc:sldMkLst>
        <pc:spChg chg="mod ord">
          <ac:chgData name="Thumma, Sunil Reddy (UMKC-Student)" userId="837c1f7e-fa35-479d-afd6-25c5d3371c0a" providerId="ADAL" clId="{F41D1958-0AB9-CD49-BC50-5DF1F710E28D}" dt="2024-11-19T04:58:37.937" v="203" actId="27636"/>
          <ac:spMkLst>
            <pc:docMk/>
            <pc:sldMk cId="3018176985" sldId="256"/>
            <ac:spMk id="2" creationId="{A2A10D54-E461-9560-99B0-C6AC37A8D732}"/>
          </ac:spMkLst>
        </pc:spChg>
        <pc:spChg chg="mod">
          <ac:chgData name="Thumma, Sunil Reddy (UMKC-Student)" userId="837c1f7e-fa35-479d-afd6-25c5d3371c0a" providerId="ADAL" clId="{F41D1958-0AB9-CD49-BC50-5DF1F710E28D}" dt="2024-11-19T05:04:49.150" v="246" actId="20577"/>
          <ac:spMkLst>
            <pc:docMk/>
            <pc:sldMk cId="3018176985" sldId="256"/>
            <ac:spMk id="3" creationId="{5AEB7313-A145-0C9D-5495-DE544DD55A83}"/>
          </ac:spMkLst>
        </pc:spChg>
        <pc:spChg chg="add del">
          <ac:chgData name="Thumma, Sunil Reddy (UMKC-Student)" userId="837c1f7e-fa35-479d-afd6-25c5d3371c0a" providerId="ADAL" clId="{F41D1958-0AB9-CD49-BC50-5DF1F710E28D}" dt="2024-11-18T22:46:41.283" v="130" actId="26606"/>
          <ac:spMkLst>
            <pc:docMk/>
            <pc:sldMk cId="3018176985" sldId="256"/>
            <ac:spMk id="8" creationId="{8A0B882D-4FEF-4E28-9811-11D57386D4F4}"/>
          </ac:spMkLst>
        </pc:spChg>
        <pc:spChg chg="add del">
          <ac:chgData name="Thumma, Sunil Reddy (UMKC-Student)" userId="837c1f7e-fa35-479d-afd6-25c5d3371c0a" providerId="ADAL" clId="{F41D1958-0AB9-CD49-BC50-5DF1F710E28D}" dt="2024-11-19T04:58:37.902" v="201" actId="26606"/>
          <ac:spMkLst>
            <pc:docMk/>
            <pc:sldMk cId="3018176985" sldId="256"/>
            <ac:spMk id="9" creationId="{C885E190-58DD-42DD-A4A8-401E15C92A52}"/>
          </ac:spMkLst>
        </pc:spChg>
        <pc:spChg chg="add del">
          <ac:chgData name="Thumma, Sunil Reddy (UMKC-Student)" userId="837c1f7e-fa35-479d-afd6-25c5d3371c0a" providerId="ADAL" clId="{F41D1958-0AB9-CD49-BC50-5DF1F710E28D}" dt="2024-11-18T22:46:41.283" v="130" actId="26606"/>
          <ac:spMkLst>
            <pc:docMk/>
            <pc:sldMk cId="3018176985" sldId="256"/>
            <ac:spMk id="10" creationId="{E8DA6D14-0849-4180-8DEF-F2F6BF123206}"/>
          </ac:spMkLst>
        </pc:spChg>
        <pc:spChg chg="add">
          <ac:chgData name="Thumma, Sunil Reddy (UMKC-Student)" userId="837c1f7e-fa35-479d-afd6-25c5d3371c0a" providerId="ADAL" clId="{F41D1958-0AB9-CD49-BC50-5DF1F710E28D}" dt="2024-11-19T04:58:37.913" v="202" actId="26606"/>
          <ac:spMkLst>
            <pc:docMk/>
            <pc:sldMk cId="3018176985" sldId="256"/>
            <ac:spMk id="11" creationId="{DE27238C-8EAF-4098-86E6-7723B7DAE601}"/>
          </ac:spMkLst>
        </pc:spChg>
        <pc:spChg chg="add">
          <ac:chgData name="Thumma, Sunil Reddy (UMKC-Student)" userId="837c1f7e-fa35-479d-afd6-25c5d3371c0a" providerId="ADAL" clId="{F41D1958-0AB9-CD49-BC50-5DF1F710E28D}" dt="2024-11-19T04:58:37.913" v="202" actId="26606"/>
          <ac:spMkLst>
            <pc:docMk/>
            <pc:sldMk cId="3018176985" sldId="256"/>
            <ac:spMk id="12" creationId="{78C6C821-FEE1-4EB6-9590-C021440C77DE}"/>
          </ac:spMkLst>
        </pc:spChg>
        <pc:spChg chg="add">
          <ac:chgData name="Thumma, Sunil Reddy (UMKC-Student)" userId="837c1f7e-fa35-479d-afd6-25c5d3371c0a" providerId="ADAL" clId="{F41D1958-0AB9-CD49-BC50-5DF1F710E28D}" dt="2024-11-19T04:58:37.913" v="202" actId="26606"/>
          <ac:spMkLst>
            <pc:docMk/>
            <pc:sldMk cId="3018176985" sldId="256"/>
            <ac:spMk id="13" creationId="{992F97B1-1891-4FCC-9E5F-BA97EDB48F89}"/>
          </ac:spMkLst>
        </pc:spChg>
        <pc:spChg chg="add">
          <ac:chgData name="Thumma, Sunil Reddy (UMKC-Student)" userId="837c1f7e-fa35-479d-afd6-25c5d3371c0a" providerId="ADAL" clId="{F41D1958-0AB9-CD49-BC50-5DF1F710E28D}" dt="2024-11-19T04:58:37.913" v="202" actId="26606"/>
          <ac:spMkLst>
            <pc:docMk/>
            <pc:sldMk cId="3018176985" sldId="256"/>
            <ac:spMk id="14" creationId="{B61A74B3-E247-44D4-8C48-FAE8E2056401}"/>
          </ac:spMkLst>
        </pc:spChg>
        <pc:picChg chg="add del">
          <ac:chgData name="Thumma, Sunil Reddy (UMKC-Student)" userId="837c1f7e-fa35-479d-afd6-25c5d3371c0a" providerId="ADAL" clId="{F41D1958-0AB9-CD49-BC50-5DF1F710E28D}" dt="2024-11-19T04:58:37.902" v="201" actId="26606"/>
          <ac:picMkLst>
            <pc:docMk/>
            <pc:sldMk cId="3018176985" sldId="256"/>
            <ac:picMk id="5" creationId="{409DDD26-2DC8-2D1E-FA2A-C672CC2ADB76}"/>
          </ac:picMkLst>
        </pc:picChg>
      </pc:sldChg>
      <pc:sldChg chg="addSp delSp modSp mod setBg setClrOvrMap">
        <pc:chgData name="Thumma, Sunil Reddy (UMKC-Student)" userId="837c1f7e-fa35-479d-afd6-25c5d3371c0a" providerId="ADAL" clId="{F41D1958-0AB9-CD49-BC50-5DF1F710E28D}" dt="2024-11-19T04:59:03.942" v="205" actId="123"/>
        <pc:sldMkLst>
          <pc:docMk/>
          <pc:sldMk cId="87941942" sldId="257"/>
        </pc:sldMkLst>
        <pc:spChg chg="mod">
          <ac:chgData name="Thumma, Sunil Reddy (UMKC-Student)" userId="837c1f7e-fa35-479d-afd6-25c5d3371c0a" providerId="ADAL" clId="{F41D1958-0AB9-CD49-BC50-5DF1F710E28D}" dt="2024-11-19T04:58:57.925" v="204" actId="26606"/>
          <ac:spMkLst>
            <pc:docMk/>
            <pc:sldMk cId="87941942" sldId="257"/>
            <ac:spMk id="2" creationId="{55C0D519-2315-702E-E131-4C519B60F2F8}"/>
          </ac:spMkLst>
        </pc:spChg>
        <pc:spChg chg="mod">
          <ac:chgData name="Thumma, Sunil Reddy (UMKC-Student)" userId="837c1f7e-fa35-479d-afd6-25c5d3371c0a" providerId="ADAL" clId="{F41D1958-0AB9-CD49-BC50-5DF1F710E28D}" dt="2024-11-19T04:59:03.942" v="205" actId="123"/>
          <ac:spMkLst>
            <pc:docMk/>
            <pc:sldMk cId="87941942" sldId="257"/>
            <ac:spMk id="3" creationId="{29C43B74-97AA-478E-BB9F-A7C82C4BBAB7}"/>
          </ac:spMkLst>
        </pc:spChg>
        <pc:spChg chg="add">
          <ac:chgData name="Thumma, Sunil Reddy (UMKC-Student)" userId="837c1f7e-fa35-479d-afd6-25c5d3371c0a" providerId="ADAL" clId="{F41D1958-0AB9-CD49-BC50-5DF1F710E28D}" dt="2024-11-19T04:58:57.925" v="204" actId="26606"/>
          <ac:spMkLst>
            <pc:docMk/>
            <pc:sldMk cId="87941942" sldId="257"/>
            <ac:spMk id="6" creationId="{0D9B8FD4-CDEB-4EB4-B4DE-C89E11938958}"/>
          </ac:spMkLst>
        </pc:spChg>
        <pc:spChg chg="add">
          <ac:chgData name="Thumma, Sunil Reddy (UMKC-Student)" userId="837c1f7e-fa35-479d-afd6-25c5d3371c0a" providerId="ADAL" clId="{F41D1958-0AB9-CD49-BC50-5DF1F710E28D}" dt="2024-11-19T04:58:57.925" v="204" actId="26606"/>
          <ac:spMkLst>
            <pc:docMk/>
            <pc:sldMk cId="87941942" sldId="257"/>
            <ac:spMk id="7" creationId="{5A2E3D1D-9E9F-4739-BA14-D4D7FA9FBDD1}"/>
          </ac:spMkLst>
        </pc:spChg>
        <pc:spChg chg="add del">
          <ac:chgData name="Thumma, Sunil Reddy (UMKC-Student)" userId="837c1f7e-fa35-479d-afd6-25c5d3371c0a" providerId="ADAL" clId="{F41D1958-0AB9-CD49-BC50-5DF1F710E28D}" dt="2024-11-18T22:46:40.779" v="129" actId="26606"/>
          <ac:spMkLst>
            <pc:docMk/>
            <pc:sldMk cId="87941942" sldId="257"/>
            <ac:spMk id="8" creationId="{74CD14DB-BB81-479F-A1FC-1C75640E9F84}"/>
          </ac:spMkLst>
        </pc:spChg>
        <pc:spChg chg="add del">
          <ac:chgData name="Thumma, Sunil Reddy (UMKC-Student)" userId="837c1f7e-fa35-479d-afd6-25c5d3371c0a" providerId="ADAL" clId="{F41D1958-0AB9-CD49-BC50-5DF1F710E28D}" dt="2024-11-18T22:40:59.699" v="73" actId="26606"/>
          <ac:spMkLst>
            <pc:docMk/>
            <pc:sldMk cId="87941942" sldId="257"/>
            <ac:spMk id="9" creationId="{C8A3C342-1D03-412F-8DD3-BF519E8E0AE9}"/>
          </ac:spMkLst>
        </pc:spChg>
        <pc:spChg chg="add del">
          <ac:chgData name="Thumma, Sunil Reddy (UMKC-Student)" userId="837c1f7e-fa35-479d-afd6-25c5d3371c0a" providerId="ADAL" clId="{F41D1958-0AB9-CD49-BC50-5DF1F710E28D}" dt="2024-11-18T22:46:40.779" v="129" actId="26606"/>
          <ac:spMkLst>
            <pc:docMk/>
            <pc:sldMk cId="87941942" sldId="257"/>
            <ac:spMk id="10" creationId="{C943A91B-7CA7-4592-A975-73B1BF8C4C74}"/>
          </ac:spMkLst>
        </pc:spChg>
        <pc:spChg chg="add del">
          <ac:chgData name="Thumma, Sunil Reddy (UMKC-Student)" userId="837c1f7e-fa35-479d-afd6-25c5d3371c0a" providerId="ADAL" clId="{F41D1958-0AB9-CD49-BC50-5DF1F710E28D}" dt="2024-11-18T22:40:59.699" v="73" actId="26606"/>
          <ac:spMkLst>
            <pc:docMk/>
            <pc:sldMk cId="87941942" sldId="257"/>
            <ac:spMk id="11" creationId="{81CC9B02-E087-4350-AEBD-2C3CF001AF01}"/>
          </ac:spMkLst>
        </pc:spChg>
        <pc:spChg chg="add del">
          <ac:chgData name="Thumma, Sunil Reddy (UMKC-Student)" userId="837c1f7e-fa35-479d-afd6-25c5d3371c0a" providerId="ADAL" clId="{F41D1958-0AB9-CD49-BC50-5DF1F710E28D}" dt="2024-11-18T22:46:40.779" v="129" actId="26606"/>
          <ac:spMkLst>
            <pc:docMk/>
            <pc:sldMk cId="87941942" sldId="257"/>
            <ac:spMk id="12" creationId="{EC471314-E46A-414B-8D91-74880E84F187}"/>
          </ac:spMkLst>
        </pc:spChg>
        <pc:spChg chg="add">
          <ac:chgData name="Thumma, Sunil Reddy (UMKC-Student)" userId="837c1f7e-fa35-479d-afd6-25c5d3371c0a" providerId="ADAL" clId="{F41D1958-0AB9-CD49-BC50-5DF1F710E28D}" dt="2024-11-19T04:58:57.925" v="204" actId="26606"/>
          <ac:spMkLst>
            <pc:docMk/>
            <pc:sldMk cId="87941942" sldId="257"/>
            <ac:spMk id="13" creationId="{1FFB365B-E9DC-4859-B8AB-CB83EEBE4E28}"/>
          </ac:spMkLst>
        </pc:spChg>
        <pc:spChg chg="add del">
          <ac:chgData name="Thumma, Sunil Reddy (UMKC-Student)" userId="837c1f7e-fa35-479d-afd6-25c5d3371c0a" providerId="ADAL" clId="{F41D1958-0AB9-CD49-BC50-5DF1F710E28D}" dt="2024-11-18T22:46:40.779" v="129" actId="26606"/>
          <ac:spMkLst>
            <pc:docMk/>
            <pc:sldMk cId="87941942" sldId="257"/>
            <ac:spMk id="14" creationId="{6A681326-1C9D-44A3-A627-3871BDAE4127}"/>
          </ac:spMkLst>
        </pc:spChg>
        <pc:spChg chg="add">
          <ac:chgData name="Thumma, Sunil Reddy (UMKC-Student)" userId="837c1f7e-fa35-479d-afd6-25c5d3371c0a" providerId="ADAL" clId="{F41D1958-0AB9-CD49-BC50-5DF1F710E28D}" dt="2024-11-19T04:58:57.925" v="204" actId="26606"/>
          <ac:spMkLst>
            <pc:docMk/>
            <pc:sldMk cId="87941942" sldId="257"/>
            <ac:spMk id="15" creationId="{8ADAB9C8-EB37-4914-A699-C716FC8FE4FE}"/>
          </ac:spMkLst>
        </pc:spChg>
        <pc:picChg chg="add del">
          <ac:chgData name="Thumma, Sunil Reddy (UMKC-Student)" userId="837c1f7e-fa35-479d-afd6-25c5d3371c0a" providerId="ADAL" clId="{F41D1958-0AB9-CD49-BC50-5DF1F710E28D}" dt="2024-11-18T22:40:59.699" v="73" actId="26606"/>
          <ac:picMkLst>
            <pc:docMk/>
            <pc:sldMk cId="87941942" sldId="257"/>
            <ac:picMk id="5" creationId="{FE4FF8DD-4A49-8749-152D-258834666B58}"/>
          </ac:picMkLst>
        </pc:picChg>
      </pc:sldChg>
      <pc:sldChg chg="addSp modSp mod setBg">
        <pc:chgData name="Thumma, Sunil Reddy (UMKC-Student)" userId="837c1f7e-fa35-479d-afd6-25c5d3371c0a" providerId="ADAL" clId="{F41D1958-0AB9-CD49-BC50-5DF1F710E28D}" dt="2024-11-19T05:01:05.711" v="215" actId="26606"/>
        <pc:sldMkLst>
          <pc:docMk/>
          <pc:sldMk cId="2055780001" sldId="258"/>
        </pc:sldMkLst>
        <pc:spChg chg="mod">
          <ac:chgData name="Thumma, Sunil Reddy (UMKC-Student)" userId="837c1f7e-fa35-479d-afd6-25c5d3371c0a" providerId="ADAL" clId="{F41D1958-0AB9-CD49-BC50-5DF1F710E28D}" dt="2024-11-19T05:01:05.711" v="215" actId="26606"/>
          <ac:spMkLst>
            <pc:docMk/>
            <pc:sldMk cId="2055780001" sldId="258"/>
            <ac:spMk id="2" creationId="{905DE7D4-9C17-B1BA-1217-5E46BDC2F88C}"/>
          </ac:spMkLst>
        </pc:spChg>
        <pc:spChg chg="mod">
          <ac:chgData name="Thumma, Sunil Reddy (UMKC-Student)" userId="837c1f7e-fa35-479d-afd6-25c5d3371c0a" providerId="ADAL" clId="{F41D1958-0AB9-CD49-BC50-5DF1F710E28D}" dt="2024-11-19T05:01:05.711" v="215" actId="26606"/>
          <ac:spMkLst>
            <pc:docMk/>
            <pc:sldMk cId="2055780001" sldId="258"/>
            <ac:spMk id="3" creationId="{7B7019E6-5058-2023-1F04-8D8178F3270A}"/>
          </ac:spMkLst>
        </pc:spChg>
        <pc:spChg chg="add">
          <ac:chgData name="Thumma, Sunil Reddy (UMKC-Student)" userId="837c1f7e-fa35-479d-afd6-25c5d3371c0a" providerId="ADAL" clId="{F41D1958-0AB9-CD49-BC50-5DF1F710E28D}" dt="2024-11-19T05:01:05.711" v="215" actId="26606"/>
          <ac:spMkLst>
            <pc:docMk/>
            <pc:sldMk cId="2055780001" sldId="258"/>
            <ac:spMk id="8" creationId="{923E8915-D2AA-4327-A45A-972C3CA9574B}"/>
          </ac:spMkLst>
        </pc:spChg>
        <pc:spChg chg="add">
          <ac:chgData name="Thumma, Sunil Reddy (UMKC-Student)" userId="837c1f7e-fa35-479d-afd6-25c5d3371c0a" providerId="ADAL" clId="{F41D1958-0AB9-CD49-BC50-5DF1F710E28D}" dt="2024-11-19T05:01:05.711" v="215" actId="26606"/>
          <ac:spMkLst>
            <pc:docMk/>
            <pc:sldMk cId="2055780001" sldId="258"/>
            <ac:spMk id="10" creationId="{8302FC3C-9804-4950-B721-5FD704BA6065}"/>
          </ac:spMkLst>
        </pc:spChg>
        <pc:spChg chg="add">
          <ac:chgData name="Thumma, Sunil Reddy (UMKC-Student)" userId="837c1f7e-fa35-479d-afd6-25c5d3371c0a" providerId="ADAL" clId="{F41D1958-0AB9-CD49-BC50-5DF1F710E28D}" dt="2024-11-19T05:01:05.711" v="215" actId="26606"/>
          <ac:spMkLst>
            <pc:docMk/>
            <pc:sldMk cId="2055780001" sldId="258"/>
            <ac:spMk id="16" creationId="{F3798573-F27B-47EB-8EA4-7EE34954C2D6}"/>
          </ac:spMkLst>
        </pc:spChg>
        <pc:picChg chg="add">
          <ac:chgData name="Thumma, Sunil Reddy (UMKC-Student)" userId="837c1f7e-fa35-479d-afd6-25c5d3371c0a" providerId="ADAL" clId="{F41D1958-0AB9-CD49-BC50-5DF1F710E28D}" dt="2024-11-19T05:01:05.711" v="215" actId="26606"/>
          <ac:picMkLst>
            <pc:docMk/>
            <pc:sldMk cId="2055780001" sldId="258"/>
            <ac:picMk id="14" creationId="{3BC6EBB2-9BDC-4075-BA6B-43A9FBF9C86C}"/>
          </ac:picMkLst>
        </pc:picChg>
        <pc:cxnChg chg="add">
          <ac:chgData name="Thumma, Sunil Reddy (UMKC-Student)" userId="837c1f7e-fa35-479d-afd6-25c5d3371c0a" providerId="ADAL" clId="{F41D1958-0AB9-CD49-BC50-5DF1F710E28D}" dt="2024-11-19T05:01:05.711" v="215" actId="26606"/>
          <ac:cxnSpMkLst>
            <pc:docMk/>
            <pc:sldMk cId="2055780001" sldId="258"/>
            <ac:cxnSpMk id="12" creationId="{6B9695BD-ECF6-49CA-8877-8C493193C65D}"/>
          </ac:cxnSpMkLst>
        </pc:cxnChg>
      </pc:sldChg>
      <pc:sldChg chg="addSp delSp modSp mod setBg setClrOvrMap delDesignElem">
        <pc:chgData name="Thumma, Sunil Reddy (UMKC-Student)" userId="837c1f7e-fa35-479d-afd6-25c5d3371c0a" providerId="ADAL" clId="{F41D1958-0AB9-CD49-BC50-5DF1F710E28D}" dt="2024-11-19T05:01:34.309" v="219" actId="26606"/>
        <pc:sldMkLst>
          <pc:docMk/>
          <pc:sldMk cId="4255524024" sldId="259"/>
        </pc:sldMkLst>
        <pc:spChg chg="mod">
          <ac:chgData name="Thumma, Sunil Reddy (UMKC-Student)" userId="837c1f7e-fa35-479d-afd6-25c5d3371c0a" providerId="ADAL" clId="{F41D1958-0AB9-CD49-BC50-5DF1F710E28D}" dt="2024-11-19T05:01:17.093" v="216" actId="26606"/>
          <ac:spMkLst>
            <pc:docMk/>
            <pc:sldMk cId="4255524024" sldId="259"/>
            <ac:spMk id="2" creationId="{C605CBFB-2150-CD04-8850-5FB01AA991CB}"/>
          </ac:spMkLst>
        </pc:spChg>
        <pc:spChg chg="add del mod">
          <ac:chgData name="Thumma, Sunil Reddy (UMKC-Student)" userId="837c1f7e-fa35-479d-afd6-25c5d3371c0a" providerId="ADAL" clId="{F41D1958-0AB9-CD49-BC50-5DF1F710E28D}" dt="2024-11-19T05:01:17.093" v="216" actId="26606"/>
          <ac:spMkLst>
            <pc:docMk/>
            <pc:sldMk cId="4255524024" sldId="259"/>
            <ac:spMk id="3" creationId="{EF2138EA-62FA-E3A0-B2BA-7E8ECC91D1A8}"/>
          </ac:spMkLst>
        </pc:spChg>
        <pc:spChg chg="add del">
          <ac:chgData name="Thumma, Sunil Reddy (UMKC-Student)" userId="837c1f7e-fa35-479d-afd6-25c5d3371c0a" providerId="ADAL" clId="{F41D1958-0AB9-CD49-BC50-5DF1F710E28D}" dt="2024-11-19T05:01:34.309" v="219" actId="26606"/>
          <ac:spMkLst>
            <pc:docMk/>
            <pc:sldMk cId="4255524024" sldId="259"/>
            <ac:spMk id="7" creationId="{F747F1B4-B831-4277-8AB0-32767F7EB7BF}"/>
          </ac:spMkLst>
        </pc:spChg>
        <pc:spChg chg="add del">
          <ac:chgData name="Thumma, Sunil Reddy (UMKC-Student)" userId="837c1f7e-fa35-479d-afd6-25c5d3371c0a" providerId="ADAL" clId="{F41D1958-0AB9-CD49-BC50-5DF1F710E28D}" dt="2024-11-18T22:41:45.782" v="95" actId="26606"/>
          <ac:spMkLst>
            <pc:docMk/>
            <pc:sldMk cId="4255524024" sldId="259"/>
            <ac:spMk id="8" creationId="{F837543A-6020-4505-A233-C9DB4BF74011}"/>
          </ac:spMkLst>
        </pc:spChg>
        <pc:spChg chg="add del">
          <ac:chgData name="Thumma, Sunil Reddy (UMKC-Student)" userId="837c1f7e-fa35-479d-afd6-25c5d3371c0a" providerId="ADAL" clId="{F41D1958-0AB9-CD49-BC50-5DF1F710E28D}" dt="2024-11-18T22:42:07.531" v="101" actId="26606"/>
          <ac:spMkLst>
            <pc:docMk/>
            <pc:sldMk cId="4255524024" sldId="259"/>
            <ac:spMk id="9" creationId="{AE2B703B-46F9-481A-A605-82E2A828C4FA}"/>
          </ac:spMkLst>
        </pc:spChg>
        <pc:spChg chg="add del">
          <ac:chgData name="Thumma, Sunil Reddy (UMKC-Student)" userId="837c1f7e-fa35-479d-afd6-25c5d3371c0a" providerId="ADAL" clId="{F41D1958-0AB9-CD49-BC50-5DF1F710E28D}" dt="2024-11-18T22:41:27.217" v="87" actId="26606"/>
          <ac:spMkLst>
            <pc:docMk/>
            <pc:sldMk cId="4255524024" sldId="259"/>
            <ac:spMk id="10" creationId="{D93394DA-E684-47C2-9020-13225823F40A}"/>
          </ac:spMkLst>
        </pc:spChg>
        <pc:spChg chg="add del">
          <ac:chgData name="Thumma, Sunil Reddy (UMKC-Student)" userId="837c1f7e-fa35-479d-afd6-25c5d3371c0a" providerId="ADAL" clId="{F41D1958-0AB9-CD49-BC50-5DF1F710E28D}" dt="2024-11-18T22:42:31.609" v="110" actId="26606"/>
          <ac:spMkLst>
            <pc:docMk/>
            <pc:sldMk cId="4255524024" sldId="259"/>
            <ac:spMk id="11" creationId="{A71EEC14-174A-46FA-B046-474750457130}"/>
          </ac:spMkLst>
        </pc:spChg>
        <pc:spChg chg="add del">
          <ac:chgData name="Thumma, Sunil Reddy (UMKC-Student)" userId="837c1f7e-fa35-479d-afd6-25c5d3371c0a" providerId="ADAL" clId="{F41D1958-0AB9-CD49-BC50-5DF1F710E28D}" dt="2024-11-19T05:01:34.309" v="219" actId="26606"/>
          <ac:spMkLst>
            <pc:docMk/>
            <pc:sldMk cId="4255524024" sldId="259"/>
            <ac:spMk id="15" creationId="{10B541F0-7F6E-402E-84D8-CF96EACA5FBC}"/>
          </ac:spMkLst>
        </pc:spChg>
        <pc:spChg chg="add del">
          <ac:chgData name="Thumma, Sunil Reddy (UMKC-Student)" userId="837c1f7e-fa35-479d-afd6-25c5d3371c0a" providerId="ADAL" clId="{F41D1958-0AB9-CD49-BC50-5DF1F710E28D}" dt="2024-11-18T22:41:45.782" v="95" actId="26606"/>
          <ac:spMkLst>
            <pc:docMk/>
            <pc:sldMk cId="4255524024" sldId="259"/>
            <ac:spMk id="19" creationId="{35B16301-FB18-48BA-A6DD-C37CAF6F9A18}"/>
          </ac:spMkLst>
        </pc:spChg>
        <pc:spChg chg="add del">
          <ac:chgData name="Thumma, Sunil Reddy (UMKC-Student)" userId="837c1f7e-fa35-479d-afd6-25c5d3371c0a" providerId="ADAL" clId="{F41D1958-0AB9-CD49-BC50-5DF1F710E28D}" dt="2024-11-18T22:41:45.782" v="95" actId="26606"/>
          <ac:spMkLst>
            <pc:docMk/>
            <pc:sldMk cId="4255524024" sldId="259"/>
            <ac:spMk id="20" creationId="{88853921-7BC9-4BDE-ACAB-133C683C82D6}"/>
          </ac:spMkLst>
        </pc:spChg>
        <pc:spChg chg="add del">
          <ac:chgData name="Thumma, Sunil Reddy (UMKC-Student)" userId="837c1f7e-fa35-479d-afd6-25c5d3371c0a" providerId="ADAL" clId="{F41D1958-0AB9-CD49-BC50-5DF1F710E28D}" dt="2024-11-18T22:41:45.782" v="95" actId="26606"/>
          <ac:spMkLst>
            <pc:docMk/>
            <pc:sldMk cId="4255524024" sldId="259"/>
            <ac:spMk id="21" creationId="{EF2138EA-62FA-E3A0-B2BA-7E8ECC91D1A8}"/>
          </ac:spMkLst>
        </pc:spChg>
        <pc:spChg chg="add del">
          <ac:chgData name="Thumma, Sunil Reddy (UMKC-Student)" userId="837c1f7e-fa35-479d-afd6-25c5d3371c0a" providerId="ADAL" clId="{F41D1958-0AB9-CD49-BC50-5DF1F710E28D}" dt="2024-11-18T22:41:45.782" v="95" actId="26606"/>
          <ac:spMkLst>
            <pc:docMk/>
            <pc:sldMk cId="4255524024" sldId="259"/>
            <ac:spMk id="22" creationId="{09192968-3AE7-4470-A61C-97294BB92731}"/>
          </ac:spMkLst>
        </pc:spChg>
        <pc:spChg chg="add del">
          <ac:chgData name="Thumma, Sunil Reddy (UMKC-Student)" userId="837c1f7e-fa35-479d-afd6-25c5d3371c0a" providerId="ADAL" clId="{F41D1958-0AB9-CD49-BC50-5DF1F710E28D}" dt="2024-11-18T22:41:45.782" v="95" actId="26606"/>
          <ac:spMkLst>
            <pc:docMk/>
            <pc:sldMk cId="4255524024" sldId="259"/>
            <ac:spMk id="23" creationId="{C3C0D90E-074A-4F52-9B11-B52BEF4BCBE5}"/>
          </ac:spMkLst>
        </pc:spChg>
        <pc:spChg chg="add del">
          <ac:chgData name="Thumma, Sunil Reddy (UMKC-Student)" userId="837c1f7e-fa35-479d-afd6-25c5d3371c0a" providerId="ADAL" clId="{F41D1958-0AB9-CD49-BC50-5DF1F710E28D}" dt="2024-11-18T22:41:45.782" v="95" actId="26606"/>
          <ac:spMkLst>
            <pc:docMk/>
            <pc:sldMk cId="4255524024" sldId="259"/>
            <ac:spMk id="24" creationId="{3AB72E55-43E4-4356-BFE8-E2102CB0B505}"/>
          </ac:spMkLst>
        </pc:spChg>
        <pc:spChg chg="add del">
          <ac:chgData name="Thumma, Sunil Reddy (UMKC-Student)" userId="837c1f7e-fa35-479d-afd6-25c5d3371c0a" providerId="ADAL" clId="{F41D1958-0AB9-CD49-BC50-5DF1F710E28D}" dt="2024-11-18T22:41:45.782" v="95" actId="26606"/>
          <ac:spMkLst>
            <pc:docMk/>
            <pc:sldMk cId="4255524024" sldId="259"/>
            <ac:spMk id="25" creationId="{CABBD4C1-E6F8-46F6-8152-A8A97490BF4D}"/>
          </ac:spMkLst>
        </pc:spChg>
        <pc:spChg chg="add del">
          <ac:chgData name="Thumma, Sunil Reddy (UMKC-Student)" userId="837c1f7e-fa35-479d-afd6-25c5d3371c0a" providerId="ADAL" clId="{F41D1958-0AB9-CD49-BC50-5DF1F710E28D}" dt="2024-11-18T22:41:45.782" v="95" actId="26606"/>
          <ac:spMkLst>
            <pc:docMk/>
            <pc:sldMk cId="4255524024" sldId="259"/>
            <ac:spMk id="26" creationId="{83BA5EF5-1FE9-4BF9-83BB-269BCDDF6156}"/>
          </ac:spMkLst>
        </pc:spChg>
        <pc:spChg chg="add del">
          <ac:chgData name="Thumma, Sunil Reddy (UMKC-Student)" userId="837c1f7e-fa35-479d-afd6-25c5d3371c0a" providerId="ADAL" clId="{F41D1958-0AB9-CD49-BC50-5DF1F710E28D}" dt="2024-11-19T05:01:34.309" v="219" actId="26606"/>
          <ac:spMkLst>
            <pc:docMk/>
            <pc:sldMk cId="4255524024" sldId="259"/>
            <ac:spMk id="27" creationId="{D80CFA21-AB7C-4BEB-9BFF-05764FBBF3C6}"/>
          </ac:spMkLst>
        </pc:spChg>
        <pc:spChg chg="add del">
          <ac:chgData name="Thumma, Sunil Reddy (UMKC-Student)" userId="837c1f7e-fa35-479d-afd6-25c5d3371c0a" providerId="ADAL" clId="{F41D1958-0AB9-CD49-BC50-5DF1F710E28D}" dt="2024-11-19T05:01:34.309" v="219" actId="26606"/>
          <ac:spMkLst>
            <pc:docMk/>
            <pc:sldMk cId="4255524024" sldId="259"/>
            <ac:spMk id="28" creationId="{12F7E335-851A-4CAE-B09F-E657819D4600}"/>
          </ac:spMkLst>
        </pc:spChg>
        <pc:spChg chg="add del">
          <ac:chgData name="Thumma, Sunil Reddy (UMKC-Student)" userId="837c1f7e-fa35-479d-afd6-25c5d3371c0a" providerId="ADAL" clId="{F41D1958-0AB9-CD49-BC50-5DF1F710E28D}" dt="2024-11-19T05:01:34.288" v="218" actId="26606"/>
          <ac:spMkLst>
            <pc:docMk/>
            <pc:sldMk cId="4255524024" sldId="259"/>
            <ac:spMk id="34" creationId="{F747F1B4-B831-4277-8AB0-32767F7EB7BF}"/>
          </ac:spMkLst>
        </pc:spChg>
        <pc:spChg chg="add del">
          <ac:chgData name="Thumma, Sunil Reddy (UMKC-Student)" userId="837c1f7e-fa35-479d-afd6-25c5d3371c0a" providerId="ADAL" clId="{F41D1958-0AB9-CD49-BC50-5DF1F710E28D}" dt="2024-11-19T05:01:34.288" v="218" actId="26606"/>
          <ac:spMkLst>
            <pc:docMk/>
            <pc:sldMk cId="4255524024" sldId="259"/>
            <ac:spMk id="36" creationId="{D80CFA21-AB7C-4BEB-9BFF-05764FBBF3C6}"/>
          </ac:spMkLst>
        </pc:spChg>
        <pc:spChg chg="add del">
          <ac:chgData name="Thumma, Sunil Reddy (UMKC-Student)" userId="837c1f7e-fa35-479d-afd6-25c5d3371c0a" providerId="ADAL" clId="{F41D1958-0AB9-CD49-BC50-5DF1F710E28D}" dt="2024-11-19T05:01:34.288" v="218" actId="26606"/>
          <ac:spMkLst>
            <pc:docMk/>
            <pc:sldMk cId="4255524024" sldId="259"/>
            <ac:spMk id="38" creationId="{12F7E335-851A-4CAE-B09F-E657819D4600}"/>
          </ac:spMkLst>
        </pc:spChg>
        <pc:spChg chg="add del">
          <ac:chgData name="Thumma, Sunil Reddy (UMKC-Student)" userId="837c1f7e-fa35-479d-afd6-25c5d3371c0a" providerId="ADAL" clId="{F41D1958-0AB9-CD49-BC50-5DF1F710E28D}" dt="2024-11-19T05:01:34.288" v="218" actId="26606"/>
          <ac:spMkLst>
            <pc:docMk/>
            <pc:sldMk cId="4255524024" sldId="259"/>
            <ac:spMk id="40" creationId="{10B541F0-7F6E-402E-84D8-CF96EACA5FBC}"/>
          </ac:spMkLst>
        </pc:spChg>
        <pc:spChg chg="add">
          <ac:chgData name="Thumma, Sunil Reddy (UMKC-Student)" userId="837c1f7e-fa35-479d-afd6-25c5d3371c0a" providerId="ADAL" clId="{F41D1958-0AB9-CD49-BC50-5DF1F710E28D}" dt="2024-11-19T05:01:34.309" v="219" actId="26606"/>
          <ac:spMkLst>
            <pc:docMk/>
            <pc:sldMk cId="4255524024" sldId="259"/>
            <ac:spMk id="42" creationId="{F747F1B4-B831-4277-8AB0-32767F7EB7BF}"/>
          </ac:spMkLst>
        </pc:spChg>
        <pc:spChg chg="add">
          <ac:chgData name="Thumma, Sunil Reddy (UMKC-Student)" userId="837c1f7e-fa35-479d-afd6-25c5d3371c0a" providerId="ADAL" clId="{F41D1958-0AB9-CD49-BC50-5DF1F710E28D}" dt="2024-11-19T05:01:34.309" v="219" actId="26606"/>
          <ac:spMkLst>
            <pc:docMk/>
            <pc:sldMk cId="4255524024" sldId="259"/>
            <ac:spMk id="43" creationId="{D80CFA21-AB7C-4BEB-9BFF-05764FBBF3C6}"/>
          </ac:spMkLst>
        </pc:spChg>
        <pc:spChg chg="add">
          <ac:chgData name="Thumma, Sunil Reddy (UMKC-Student)" userId="837c1f7e-fa35-479d-afd6-25c5d3371c0a" providerId="ADAL" clId="{F41D1958-0AB9-CD49-BC50-5DF1F710E28D}" dt="2024-11-19T05:01:34.309" v="219" actId="26606"/>
          <ac:spMkLst>
            <pc:docMk/>
            <pc:sldMk cId="4255524024" sldId="259"/>
            <ac:spMk id="44" creationId="{12F7E335-851A-4CAE-B09F-E657819D4600}"/>
          </ac:spMkLst>
        </pc:spChg>
        <pc:spChg chg="add">
          <ac:chgData name="Thumma, Sunil Reddy (UMKC-Student)" userId="837c1f7e-fa35-479d-afd6-25c5d3371c0a" providerId="ADAL" clId="{F41D1958-0AB9-CD49-BC50-5DF1F710E28D}" dt="2024-11-19T05:01:34.309" v="219" actId="26606"/>
          <ac:spMkLst>
            <pc:docMk/>
            <pc:sldMk cId="4255524024" sldId="259"/>
            <ac:spMk id="45" creationId="{10B541F0-7F6E-402E-84D8-CF96EACA5FBC}"/>
          </ac:spMkLst>
        </pc:spChg>
        <pc:spChg chg="add del">
          <ac:chgData name="Thumma, Sunil Reddy (UMKC-Student)" userId="837c1f7e-fa35-479d-afd6-25c5d3371c0a" providerId="ADAL" clId="{F41D1958-0AB9-CD49-BC50-5DF1F710E28D}" dt="2024-11-18T22:41:47.805" v="97" actId="26606"/>
          <ac:spMkLst>
            <pc:docMk/>
            <pc:sldMk cId="4255524024" sldId="259"/>
            <ac:spMk id="190" creationId="{5A0118C5-4F8D-4CF4-BADD-53FEACC6C42A}"/>
          </ac:spMkLst>
        </pc:spChg>
        <pc:spChg chg="add del">
          <ac:chgData name="Thumma, Sunil Reddy (UMKC-Student)" userId="837c1f7e-fa35-479d-afd6-25c5d3371c0a" providerId="ADAL" clId="{F41D1958-0AB9-CD49-BC50-5DF1F710E28D}" dt="2024-11-18T22:41:47.805" v="97" actId="26606"/>
          <ac:spMkLst>
            <pc:docMk/>
            <pc:sldMk cId="4255524024" sldId="259"/>
            <ac:spMk id="361" creationId="{A99050EE-26AF-4253-BD50-F0FCD965A8F6}"/>
          </ac:spMkLst>
        </pc:spChg>
        <pc:spChg chg="add del">
          <ac:chgData name="Thumma, Sunil Reddy (UMKC-Student)" userId="837c1f7e-fa35-479d-afd6-25c5d3371c0a" providerId="ADAL" clId="{F41D1958-0AB9-CD49-BC50-5DF1F710E28D}" dt="2024-11-18T22:41:47.805" v="97" actId="26606"/>
          <ac:spMkLst>
            <pc:docMk/>
            <pc:sldMk cId="4255524024" sldId="259"/>
            <ac:spMk id="364" creationId="{D0C78466-EB6E-45A0-99A6-A00789ACD90A}"/>
          </ac:spMkLst>
        </pc:spChg>
        <pc:spChg chg="add del">
          <ac:chgData name="Thumma, Sunil Reddy (UMKC-Student)" userId="837c1f7e-fa35-479d-afd6-25c5d3371c0a" providerId="ADAL" clId="{F41D1958-0AB9-CD49-BC50-5DF1F710E28D}" dt="2024-11-18T22:41:47.805" v="97" actId="26606"/>
          <ac:spMkLst>
            <pc:docMk/>
            <pc:sldMk cId="4255524024" sldId="259"/>
            <ac:spMk id="365" creationId="{E99F76E4-5DFD-4DBE-B042-66FBCD1182C9}"/>
          </ac:spMkLst>
        </pc:spChg>
        <pc:spChg chg="add del">
          <ac:chgData name="Thumma, Sunil Reddy (UMKC-Student)" userId="837c1f7e-fa35-479d-afd6-25c5d3371c0a" providerId="ADAL" clId="{F41D1958-0AB9-CD49-BC50-5DF1F710E28D}" dt="2024-11-18T22:41:47.805" v="97" actId="26606"/>
          <ac:spMkLst>
            <pc:docMk/>
            <pc:sldMk cId="4255524024" sldId="259"/>
            <ac:spMk id="373" creationId="{EF2138EA-62FA-E3A0-B2BA-7E8ECC91D1A8}"/>
          </ac:spMkLst>
        </pc:spChg>
        <pc:spChg chg="add del">
          <ac:chgData name="Thumma, Sunil Reddy (UMKC-Student)" userId="837c1f7e-fa35-479d-afd6-25c5d3371c0a" providerId="ADAL" clId="{F41D1958-0AB9-CD49-BC50-5DF1F710E28D}" dt="2024-11-18T22:42:04.752" v="99" actId="26606"/>
          <ac:spMkLst>
            <pc:docMk/>
            <pc:sldMk cId="4255524024" sldId="259"/>
            <ac:spMk id="375" creationId="{5C8908E2-EE49-44D2-9428-A28D2312A8D5}"/>
          </ac:spMkLst>
        </pc:spChg>
        <pc:spChg chg="add del">
          <ac:chgData name="Thumma, Sunil Reddy (UMKC-Student)" userId="837c1f7e-fa35-479d-afd6-25c5d3371c0a" providerId="ADAL" clId="{F41D1958-0AB9-CD49-BC50-5DF1F710E28D}" dt="2024-11-18T22:42:04.752" v="99" actId="26606"/>
          <ac:spMkLst>
            <pc:docMk/>
            <pc:sldMk cId="4255524024" sldId="259"/>
            <ac:spMk id="378" creationId="{BD92035A-AA2F-4CD8-A556-1CE8BDEC75BD}"/>
          </ac:spMkLst>
        </pc:spChg>
        <pc:spChg chg="add del">
          <ac:chgData name="Thumma, Sunil Reddy (UMKC-Student)" userId="837c1f7e-fa35-479d-afd6-25c5d3371c0a" providerId="ADAL" clId="{F41D1958-0AB9-CD49-BC50-5DF1F710E28D}" dt="2024-11-18T22:42:04.752" v="99" actId="26606"/>
          <ac:spMkLst>
            <pc:docMk/>
            <pc:sldMk cId="4255524024" sldId="259"/>
            <ac:spMk id="379" creationId="{ED888B23-07FA-482A-96DF-47E31AF1A603}"/>
          </ac:spMkLst>
        </pc:spChg>
        <pc:spChg chg="add del">
          <ac:chgData name="Thumma, Sunil Reddy (UMKC-Student)" userId="837c1f7e-fa35-479d-afd6-25c5d3371c0a" providerId="ADAL" clId="{F41D1958-0AB9-CD49-BC50-5DF1F710E28D}" dt="2024-11-18T22:42:04.752" v="99" actId="26606"/>
          <ac:spMkLst>
            <pc:docMk/>
            <pc:sldMk cId="4255524024" sldId="259"/>
            <ac:spMk id="380" creationId="{EF2138EA-62FA-E3A0-B2BA-7E8ECC91D1A8}"/>
          </ac:spMkLst>
        </pc:spChg>
        <pc:spChg chg="add del">
          <ac:chgData name="Thumma, Sunil Reddy (UMKC-Student)" userId="837c1f7e-fa35-479d-afd6-25c5d3371c0a" providerId="ADAL" clId="{F41D1958-0AB9-CD49-BC50-5DF1F710E28D}" dt="2024-11-18T22:42:07.531" v="101" actId="26606"/>
          <ac:spMkLst>
            <pc:docMk/>
            <pc:sldMk cId="4255524024" sldId="259"/>
            <ac:spMk id="382" creationId="{F13BE4D7-0C3D-4906-B230-A1C5B4665CCF}"/>
          </ac:spMkLst>
        </pc:spChg>
        <pc:spChg chg="add del">
          <ac:chgData name="Thumma, Sunil Reddy (UMKC-Student)" userId="837c1f7e-fa35-479d-afd6-25c5d3371c0a" providerId="ADAL" clId="{F41D1958-0AB9-CD49-BC50-5DF1F710E28D}" dt="2024-11-18T22:42:09.583" v="103" actId="26606"/>
          <ac:spMkLst>
            <pc:docMk/>
            <pc:sldMk cId="4255524024" sldId="259"/>
            <ac:spMk id="385" creationId="{70DFC902-7D23-471A-B557-B6B6917D7A0D}"/>
          </ac:spMkLst>
        </pc:spChg>
        <pc:spChg chg="add del">
          <ac:chgData name="Thumma, Sunil Reddy (UMKC-Student)" userId="837c1f7e-fa35-479d-afd6-25c5d3371c0a" providerId="ADAL" clId="{F41D1958-0AB9-CD49-BC50-5DF1F710E28D}" dt="2024-11-18T22:42:09.583" v="103" actId="26606"/>
          <ac:spMkLst>
            <pc:docMk/>
            <pc:sldMk cId="4255524024" sldId="259"/>
            <ac:spMk id="386" creationId="{A55D5633-D557-4DCA-982C-FF36EB7A1C00}"/>
          </ac:spMkLst>
        </pc:spChg>
        <pc:spChg chg="add del">
          <ac:chgData name="Thumma, Sunil Reddy (UMKC-Student)" userId="837c1f7e-fa35-479d-afd6-25c5d3371c0a" providerId="ADAL" clId="{F41D1958-0AB9-CD49-BC50-5DF1F710E28D}" dt="2024-11-18T22:42:09.583" v="103" actId="26606"/>
          <ac:spMkLst>
            <pc:docMk/>
            <pc:sldMk cId="4255524024" sldId="259"/>
            <ac:spMk id="387" creationId="{450D3AD2-FA80-415F-A9CE-54D884561CD7}"/>
          </ac:spMkLst>
        </pc:spChg>
        <pc:spChg chg="add del">
          <ac:chgData name="Thumma, Sunil Reddy (UMKC-Student)" userId="837c1f7e-fa35-479d-afd6-25c5d3371c0a" providerId="ADAL" clId="{F41D1958-0AB9-CD49-BC50-5DF1F710E28D}" dt="2024-11-18T22:42:09.583" v="103" actId="26606"/>
          <ac:spMkLst>
            <pc:docMk/>
            <pc:sldMk cId="4255524024" sldId="259"/>
            <ac:spMk id="388" creationId="{EF2138EA-62FA-E3A0-B2BA-7E8ECC91D1A8}"/>
          </ac:spMkLst>
        </pc:spChg>
        <pc:spChg chg="add del">
          <ac:chgData name="Thumma, Sunil Reddy (UMKC-Student)" userId="837c1f7e-fa35-479d-afd6-25c5d3371c0a" providerId="ADAL" clId="{F41D1958-0AB9-CD49-BC50-5DF1F710E28D}" dt="2024-11-18T22:42:11.288" v="105" actId="26606"/>
          <ac:spMkLst>
            <pc:docMk/>
            <pc:sldMk cId="4255524024" sldId="259"/>
            <ac:spMk id="390" creationId="{907EF6B7-1338-4443-8C46-6A318D952DFD}"/>
          </ac:spMkLst>
        </pc:spChg>
        <pc:spChg chg="add del">
          <ac:chgData name="Thumma, Sunil Reddy (UMKC-Student)" userId="837c1f7e-fa35-479d-afd6-25c5d3371c0a" providerId="ADAL" clId="{F41D1958-0AB9-CD49-BC50-5DF1F710E28D}" dt="2024-11-18T22:42:11.288" v="105" actId="26606"/>
          <ac:spMkLst>
            <pc:docMk/>
            <pc:sldMk cId="4255524024" sldId="259"/>
            <ac:spMk id="391" creationId="{DAAE4CDD-124C-4DCF-9584-B6033B545DD5}"/>
          </ac:spMkLst>
        </pc:spChg>
        <pc:spChg chg="add del">
          <ac:chgData name="Thumma, Sunil Reddy (UMKC-Student)" userId="837c1f7e-fa35-479d-afd6-25c5d3371c0a" providerId="ADAL" clId="{F41D1958-0AB9-CD49-BC50-5DF1F710E28D}" dt="2024-11-18T22:42:11.288" v="105" actId="26606"/>
          <ac:spMkLst>
            <pc:docMk/>
            <pc:sldMk cId="4255524024" sldId="259"/>
            <ac:spMk id="392" creationId="{081E4A58-353D-44AE-B2FC-2A74E2E400F7}"/>
          </ac:spMkLst>
        </pc:spChg>
        <pc:spChg chg="add del">
          <ac:chgData name="Thumma, Sunil Reddy (UMKC-Student)" userId="837c1f7e-fa35-479d-afd6-25c5d3371c0a" providerId="ADAL" clId="{F41D1958-0AB9-CD49-BC50-5DF1F710E28D}" dt="2024-11-18T22:42:11.288" v="105" actId="26606"/>
          <ac:spMkLst>
            <pc:docMk/>
            <pc:sldMk cId="4255524024" sldId="259"/>
            <ac:spMk id="393" creationId="{EF2138EA-62FA-E3A0-B2BA-7E8ECC91D1A8}"/>
          </ac:spMkLst>
        </pc:spChg>
        <pc:spChg chg="add del">
          <ac:chgData name="Thumma, Sunil Reddy (UMKC-Student)" userId="837c1f7e-fa35-479d-afd6-25c5d3371c0a" providerId="ADAL" clId="{F41D1958-0AB9-CD49-BC50-5DF1F710E28D}" dt="2024-11-18T22:42:31.609" v="110" actId="26606"/>
          <ac:spMkLst>
            <pc:docMk/>
            <pc:sldMk cId="4255524024" sldId="259"/>
            <ac:spMk id="395" creationId="{CB49665F-0298-4449-8D2D-209989CB9EE3}"/>
          </ac:spMkLst>
        </pc:spChg>
        <pc:grpChg chg="add del">
          <ac:chgData name="Thumma, Sunil Reddy (UMKC-Student)" userId="837c1f7e-fa35-479d-afd6-25c5d3371c0a" providerId="ADAL" clId="{F41D1958-0AB9-CD49-BC50-5DF1F710E28D}" dt="2024-11-18T22:42:31.609" v="110" actId="26606"/>
          <ac:grpSpMkLst>
            <pc:docMk/>
            <pc:sldMk cId="4255524024" sldId="259"/>
            <ac:grpSpMk id="13" creationId="{EEB6CB95-E653-4C6C-AE51-62FD848E8D5B}"/>
          </ac:grpSpMkLst>
        </pc:grpChg>
        <pc:grpChg chg="add del">
          <ac:chgData name="Thumma, Sunil Reddy (UMKC-Student)" userId="837c1f7e-fa35-479d-afd6-25c5d3371c0a" providerId="ADAL" clId="{F41D1958-0AB9-CD49-BC50-5DF1F710E28D}" dt="2024-11-18T22:42:31.609" v="110" actId="26606"/>
          <ac:grpSpMkLst>
            <pc:docMk/>
            <pc:sldMk cId="4255524024" sldId="259"/>
            <ac:grpSpMk id="17" creationId="{43F5E015-E085-4624-B431-B42414448684}"/>
          </ac:grpSpMkLst>
        </pc:grpChg>
        <pc:grpChg chg="add del">
          <ac:chgData name="Thumma, Sunil Reddy (UMKC-Student)" userId="837c1f7e-fa35-479d-afd6-25c5d3371c0a" providerId="ADAL" clId="{F41D1958-0AB9-CD49-BC50-5DF1F710E28D}" dt="2024-11-18T22:41:47.805" v="97" actId="26606"/>
          <ac:grpSpMkLst>
            <pc:docMk/>
            <pc:sldMk cId="4255524024" sldId="259"/>
            <ac:grpSpMk id="191" creationId="{773717CC-ECEE-4ABF-BA61-C59F46801775}"/>
          </ac:grpSpMkLst>
        </pc:grpChg>
        <pc:grpChg chg="add del">
          <ac:chgData name="Thumma, Sunil Reddy (UMKC-Student)" userId="837c1f7e-fa35-479d-afd6-25c5d3371c0a" providerId="ADAL" clId="{F41D1958-0AB9-CD49-BC50-5DF1F710E28D}" dt="2024-11-18T22:41:47.805" v="97" actId="26606"/>
          <ac:grpSpMkLst>
            <pc:docMk/>
            <pc:sldMk cId="4255524024" sldId="259"/>
            <ac:grpSpMk id="362" creationId="{00E015F5-1A99-4E40-BC3D-7707802996B5}"/>
          </ac:grpSpMkLst>
        </pc:grpChg>
        <pc:grpChg chg="add del">
          <ac:chgData name="Thumma, Sunil Reddy (UMKC-Student)" userId="837c1f7e-fa35-479d-afd6-25c5d3371c0a" providerId="ADAL" clId="{F41D1958-0AB9-CD49-BC50-5DF1F710E28D}" dt="2024-11-18T22:41:47.805" v="97" actId="26606"/>
          <ac:grpSpMkLst>
            <pc:docMk/>
            <pc:sldMk cId="4255524024" sldId="259"/>
            <ac:grpSpMk id="366" creationId="{5468B3A9-705E-43C3-A742-0619B0D8F2EE}"/>
          </ac:grpSpMkLst>
        </pc:grpChg>
        <pc:grpChg chg="add del">
          <ac:chgData name="Thumma, Sunil Reddy (UMKC-Student)" userId="837c1f7e-fa35-479d-afd6-25c5d3371c0a" providerId="ADAL" clId="{F41D1958-0AB9-CD49-BC50-5DF1F710E28D}" dt="2024-11-18T22:42:04.752" v="99" actId="26606"/>
          <ac:grpSpMkLst>
            <pc:docMk/>
            <pc:sldMk cId="4255524024" sldId="259"/>
            <ac:grpSpMk id="376" creationId="{5D1A9D8B-3117-4D9D-BDA4-DD81895098B0}"/>
          </ac:grpSpMkLst>
        </pc:grpChg>
        <pc:graphicFrameChg chg="add del">
          <ac:chgData name="Thumma, Sunil Reddy (UMKC-Student)" userId="837c1f7e-fa35-479d-afd6-25c5d3371c0a" providerId="ADAL" clId="{F41D1958-0AB9-CD49-BC50-5DF1F710E28D}" dt="2024-11-18T22:41:27.217" v="87" actId="26606"/>
          <ac:graphicFrameMkLst>
            <pc:docMk/>
            <pc:sldMk cId="4255524024" sldId="259"/>
            <ac:graphicFrameMk id="5" creationId="{95E89145-2393-B96F-F3A1-EB7B32E7F2FA}"/>
          </ac:graphicFrameMkLst>
        </pc:graphicFrameChg>
        <pc:graphicFrameChg chg="add del">
          <ac:chgData name="Thumma, Sunil Reddy (UMKC-Student)" userId="837c1f7e-fa35-479d-afd6-25c5d3371c0a" providerId="ADAL" clId="{F41D1958-0AB9-CD49-BC50-5DF1F710E28D}" dt="2024-11-18T22:41:30.604" v="89" actId="26606"/>
          <ac:graphicFrameMkLst>
            <pc:docMk/>
            <pc:sldMk cId="4255524024" sldId="259"/>
            <ac:graphicFrameMk id="12" creationId="{1D9BDFCA-DD9A-18B7-B0DE-13943F305CD7}"/>
          </ac:graphicFrameMkLst>
        </pc:graphicFrameChg>
        <pc:graphicFrameChg chg="add del">
          <ac:chgData name="Thumma, Sunil Reddy (UMKC-Student)" userId="837c1f7e-fa35-479d-afd6-25c5d3371c0a" providerId="ADAL" clId="{F41D1958-0AB9-CD49-BC50-5DF1F710E28D}" dt="2024-11-18T22:41:32.125" v="91" actId="26606"/>
          <ac:graphicFrameMkLst>
            <pc:docMk/>
            <pc:sldMk cId="4255524024" sldId="259"/>
            <ac:graphicFrameMk id="14" creationId="{6BC9DA60-3950-A001-A975-F014B17DA60C}"/>
          </ac:graphicFrameMkLst>
        </pc:graphicFrameChg>
        <pc:graphicFrameChg chg="add del">
          <ac:chgData name="Thumma, Sunil Reddy (UMKC-Student)" userId="837c1f7e-fa35-479d-afd6-25c5d3371c0a" providerId="ADAL" clId="{F41D1958-0AB9-CD49-BC50-5DF1F710E28D}" dt="2024-11-18T22:41:43.767" v="93" actId="26606"/>
          <ac:graphicFrameMkLst>
            <pc:docMk/>
            <pc:sldMk cId="4255524024" sldId="259"/>
            <ac:graphicFrameMk id="16" creationId="{60C32FF3-AFBB-1794-55D1-E4A4533A0D19}"/>
          </ac:graphicFrameMkLst>
        </pc:graphicFrameChg>
        <pc:graphicFrameChg chg="add mod modGraphic">
          <ac:chgData name="Thumma, Sunil Reddy (UMKC-Student)" userId="837c1f7e-fa35-479d-afd6-25c5d3371c0a" providerId="ADAL" clId="{F41D1958-0AB9-CD49-BC50-5DF1F710E28D}" dt="2024-11-19T05:01:34.309" v="219" actId="26606"/>
          <ac:graphicFrameMkLst>
            <pc:docMk/>
            <pc:sldMk cId="4255524024" sldId="259"/>
            <ac:graphicFrameMk id="29" creationId="{84A1FE17-BE3A-4DBB-1FDB-737610C72C2C}"/>
          </ac:graphicFrameMkLst>
        </pc:graphicFrameChg>
        <pc:graphicFrameChg chg="add del">
          <ac:chgData name="Thumma, Sunil Reddy (UMKC-Student)" userId="837c1f7e-fa35-479d-afd6-25c5d3371c0a" providerId="ADAL" clId="{F41D1958-0AB9-CD49-BC50-5DF1F710E28D}" dt="2024-11-18T22:42:07.531" v="101" actId="26606"/>
          <ac:graphicFrameMkLst>
            <pc:docMk/>
            <pc:sldMk cId="4255524024" sldId="259"/>
            <ac:graphicFrameMk id="383" creationId="{1DFCA980-05E5-8CD5-CFE0-D48E26A263BC}"/>
          </ac:graphicFrameMkLst>
        </pc:graphicFrameChg>
        <pc:graphicFrameChg chg="add del">
          <ac:chgData name="Thumma, Sunil Reddy (UMKC-Student)" userId="837c1f7e-fa35-479d-afd6-25c5d3371c0a" providerId="ADAL" clId="{F41D1958-0AB9-CD49-BC50-5DF1F710E28D}" dt="2024-11-18T22:42:31.609" v="110" actId="26606"/>
          <ac:graphicFrameMkLst>
            <pc:docMk/>
            <pc:sldMk cId="4255524024" sldId="259"/>
            <ac:graphicFrameMk id="404" creationId="{5E0D1CAA-F6DB-7DEE-E9D8-584004FC7D59}"/>
          </ac:graphicFrameMkLst>
        </pc:graphicFrameChg>
        <pc:picChg chg="add del">
          <ac:chgData name="Thumma, Sunil Reddy (UMKC-Student)" userId="837c1f7e-fa35-479d-afd6-25c5d3371c0a" providerId="ADAL" clId="{F41D1958-0AB9-CD49-BC50-5DF1F710E28D}" dt="2024-11-18T22:41:27.217" v="87" actId="26606"/>
          <ac:picMkLst>
            <pc:docMk/>
            <pc:sldMk cId="4255524024" sldId="259"/>
            <ac:picMk id="6" creationId="{847EE815-D8AF-F37D-8360-4F29A444B299}"/>
          </ac:picMkLst>
        </pc:picChg>
        <pc:cxnChg chg="add del">
          <ac:chgData name="Thumma, Sunil Reddy (UMKC-Student)" userId="837c1f7e-fa35-479d-afd6-25c5d3371c0a" providerId="ADAL" clId="{F41D1958-0AB9-CD49-BC50-5DF1F710E28D}" dt="2024-11-18T22:41:45.782" v="95" actId="26606"/>
          <ac:cxnSpMkLst>
            <pc:docMk/>
            <pc:sldMk cId="4255524024" sldId="259"/>
            <ac:cxnSpMk id="18" creationId="{4B3BCACB-5880-460B-9606-8C433A9AF99D}"/>
          </ac:cxnSpMkLst>
        </pc:cxnChg>
      </pc:sldChg>
      <pc:sldChg chg="addSp delSp modSp mod setBg">
        <pc:chgData name="Thumma, Sunil Reddy (UMKC-Student)" userId="837c1f7e-fa35-479d-afd6-25c5d3371c0a" providerId="ADAL" clId="{F41D1958-0AB9-CD49-BC50-5DF1F710E28D}" dt="2024-11-19T05:02:15.401" v="226" actId="26606"/>
        <pc:sldMkLst>
          <pc:docMk/>
          <pc:sldMk cId="4288640711" sldId="260"/>
        </pc:sldMkLst>
        <pc:spChg chg="mod">
          <ac:chgData name="Thumma, Sunil Reddy (UMKC-Student)" userId="837c1f7e-fa35-479d-afd6-25c5d3371c0a" providerId="ADAL" clId="{F41D1958-0AB9-CD49-BC50-5DF1F710E28D}" dt="2024-11-19T05:02:15.401" v="226" actId="26606"/>
          <ac:spMkLst>
            <pc:docMk/>
            <pc:sldMk cId="4288640711" sldId="260"/>
            <ac:spMk id="2" creationId="{947425E2-6F20-9C82-3441-866C3B455195}"/>
          </ac:spMkLst>
        </pc:spChg>
        <pc:spChg chg="mod">
          <ac:chgData name="Thumma, Sunil Reddy (UMKC-Student)" userId="837c1f7e-fa35-479d-afd6-25c5d3371c0a" providerId="ADAL" clId="{F41D1958-0AB9-CD49-BC50-5DF1F710E28D}" dt="2024-11-19T05:02:15.401" v="226" actId="26606"/>
          <ac:spMkLst>
            <pc:docMk/>
            <pc:sldMk cId="4288640711" sldId="260"/>
            <ac:spMk id="3" creationId="{B05B3EA9-7309-3AD5-0244-58FC342D8453}"/>
          </ac:spMkLst>
        </pc:spChg>
        <pc:spChg chg="add del">
          <ac:chgData name="Thumma, Sunil Reddy (UMKC-Student)" userId="837c1f7e-fa35-479d-afd6-25c5d3371c0a" providerId="ADAL" clId="{F41D1958-0AB9-CD49-BC50-5DF1F710E28D}" dt="2024-11-19T05:01:59.752" v="221" actId="26606"/>
          <ac:spMkLst>
            <pc:docMk/>
            <pc:sldMk cId="4288640711" sldId="260"/>
            <ac:spMk id="9" creationId="{C8A3C342-1D03-412F-8DD3-BF519E8E0AE9}"/>
          </ac:spMkLst>
        </pc:spChg>
        <pc:spChg chg="add del">
          <ac:chgData name="Thumma, Sunil Reddy (UMKC-Student)" userId="837c1f7e-fa35-479d-afd6-25c5d3371c0a" providerId="ADAL" clId="{F41D1958-0AB9-CD49-BC50-5DF1F710E28D}" dt="2024-11-19T05:01:59.752" v="221" actId="26606"/>
          <ac:spMkLst>
            <pc:docMk/>
            <pc:sldMk cId="4288640711" sldId="260"/>
            <ac:spMk id="11" creationId="{81CC9B02-E087-4350-AEBD-2C3CF001AF01}"/>
          </ac:spMkLst>
        </pc:spChg>
        <pc:spChg chg="add del">
          <ac:chgData name="Thumma, Sunil Reddy (UMKC-Student)" userId="837c1f7e-fa35-479d-afd6-25c5d3371c0a" providerId="ADAL" clId="{F41D1958-0AB9-CD49-BC50-5DF1F710E28D}" dt="2024-11-19T05:01:59.752" v="221" actId="26606"/>
          <ac:spMkLst>
            <pc:docMk/>
            <pc:sldMk cId="4288640711" sldId="260"/>
            <ac:spMk id="13" creationId="{D6F18ACE-6E82-4ADC-8A2F-A1771B309B16}"/>
          </ac:spMkLst>
        </pc:spChg>
        <pc:spChg chg="add del">
          <ac:chgData name="Thumma, Sunil Reddy (UMKC-Student)" userId="837c1f7e-fa35-479d-afd6-25c5d3371c0a" providerId="ADAL" clId="{F41D1958-0AB9-CD49-BC50-5DF1F710E28D}" dt="2024-11-19T05:02:09.585" v="223" actId="26606"/>
          <ac:spMkLst>
            <pc:docMk/>
            <pc:sldMk cId="4288640711" sldId="260"/>
            <ac:spMk id="15" creationId="{C8A3C342-1D03-412F-8DD3-BF519E8E0AE9}"/>
          </ac:spMkLst>
        </pc:spChg>
        <pc:spChg chg="add del">
          <ac:chgData name="Thumma, Sunil Reddy (UMKC-Student)" userId="837c1f7e-fa35-479d-afd6-25c5d3371c0a" providerId="ADAL" clId="{F41D1958-0AB9-CD49-BC50-5DF1F710E28D}" dt="2024-11-19T05:02:09.585" v="223" actId="26606"/>
          <ac:spMkLst>
            <pc:docMk/>
            <pc:sldMk cId="4288640711" sldId="260"/>
            <ac:spMk id="16" creationId="{81CC9B02-E087-4350-AEBD-2C3CF001AF01}"/>
          </ac:spMkLst>
        </pc:spChg>
        <pc:spChg chg="add del">
          <ac:chgData name="Thumma, Sunil Reddy (UMKC-Student)" userId="837c1f7e-fa35-479d-afd6-25c5d3371c0a" providerId="ADAL" clId="{F41D1958-0AB9-CD49-BC50-5DF1F710E28D}" dt="2024-11-19T05:02:15.351" v="225" actId="26606"/>
          <ac:spMkLst>
            <pc:docMk/>
            <pc:sldMk cId="4288640711" sldId="260"/>
            <ac:spMk id="19" creationId="{C8A3C342-1D03-412F-8DD3-BF519E8E0AE9}"/>
          </ac:spMkLst>
        </pc:spChg>
        <pc:spChg chg="add del">
          <ac:chgData name="Thumma, Sunil Reddy (UMKC-Student)" userId="837c1f7e-fa35-479d-afd6-25c5d3371c0a" providerId="ADAL" clId="{F41D1958-0AB9-CD49-BC50-5DF1F710E28D}" dt="2024-11-19T05:02:15.351" v="225" actId="26606"/>
          <ac:spMkLst>
            <pc:docMk/>
            <pc:sldMk cId="4288640711" sldId="260"/>
            <ac:spMk id="20" creationId="{81CC9B02-E087-4350-AEBD-2C3CF001AF01}"/>
          </ac:spMkLst>
        </pc:spChg>
        <pc:spChg chg="add del">
          <ac:chgData name="Thumma, Sunil Reddy (UMKC-Student)" userId="837c1f7e-fa35-479d-afd6-25c5d3371c0a" providerId="ADAL" clId="{F41D1958-0AB9-CD49-BC50-5DF1F710E28D}" dt="2024-11-19T05:02:15.351" v="225" actId="26606"/>
          <ac:spMkLst>
            <pc:docMk/>
            <pc:sldMk cId="4288640711" sldId="260"/>
            <ac:spMk id="22" creationId="{D6F18ACE-6E82-4ADC-8A2F-A1771B309B16}"/>
          </ac:spMkLst>
        </pc:spChg>
        <pc:spChg chg="add">
          <ac:chgData name="Thumma, Sunil Reddy (UMKC-Student)" userId="837c1f7e-fa35-479d-afd6-25c5d3371c0a" providerId="ADAL" clId="{F41D1958-0AB9-CD49-BC50-5DF1F710E28D}" dt="2024-11-19T05:02:15.401" v="226" actId="26606"/>
          <ac:spMkLst>
            <pc:docMk/>
            <pc:sldMk cId="4288640711" sldId="260"/>
            <ac:spMk id="24" creationId="{C8A3C342-1D03-412F-8DD3-BF519E8E0AE9}"/>
          </ac:spMkLst>
        </pc:spChg>
        <pc:spChg chg="add">
          <ac:chgData name="Thumma, Sunil Reddy (UMKC-Student)" userId="837c1f7e-fa35-479d-afd6-25c5d3371c0a" providerId="ADAL" clId="{F41D1958-0AB9-CD49-BC50-5DF1F710E28D}" dt="2024-11-19T05:02:15.401" v="226" actId="26606"/>
          <ac:spMkLst>
            <pc:docMk/>
            <pc:sldMk cId="4288640711" sldId="260"/>
            <ac:spMk id="25" creationId="{81CC9B02-E087-4350-AEBD-2C3CF001AF01}"/>
          </ac:spMkLst>
        </pc:spChg>
        <pc:picChg chg="add del">
          <ac:chgData name="Thumma, Sunil Reddy (UMKC-Student)" userId="837c1f7e-fa35-479d-afd6-25c5d3371c0a" providerId="ADAL" clId="{F41D1958-0AB9-CD49-BC50-5DF1F710E28D}" dt="2024-11-19T05:01:59.752" v="221" actId="26606"/>
          <ac:picMkLst>
            <pc:docMk/>
            <pc:sldMk cId="4288640711" sldId="260"/>
            <ac:picMk id="5" creationId="{1D08DD94-FF99-1EBF-D995-2051575BCBBB}"/>
          </ac:picMkLst>
        </pc:picChg>
        <pc:picChg chg="add del">
          <ac:chgData name="Thumma, Sunil Reddy (UMKC-Student)" userId="837c1f7e-fa35-479d-afd6-25c5d3371c0a" providerId="ADAL" clId="{F41D1958-0AB9-CD49-BC50-5DF1F710E28D}" dt="2024-11-19T05:02:09.585" v="223" actId="26606"/>
          <ac:picMkLst>
            <pc:docMk/>
            <pc:sldMk cId="4288640711" sldId="260"/>
            <ac:picMk id="17" creationId="{8374ADFE-780A-B2A2-FFD0-2450D224B0E6}"/>
          </ac:picMkLst>
        </pc:picChg>
        <pc:picChg chg="add del">
          <ac:chgData name="Thumma, Sunil Reddy (UMKC-Student)" userId="837c1f7e-fa35-479d-afd6-25c5d3371c0a" providerId="ADAL" clId="{F41D1958-0AB9-CD49-BC50-5DF1F710E28D}" dt="2024-11-19T05:02:15.351" v="225" actId="26606"/>
          <ac:picMkLst>
            <pc:docMk/>
            <pc:sldMk cId="4288640711" sldId="260"/>
            <ac:picMk id="21" creationId="{1D08DD94-FF99-1EBF-D995-2051575BCBBB}"/>
          </ac:picMkLst>
        </pc:picChg>
        <pc:picChg chg="add">
          <ac:chgData name="Thumma, Sunil Reddy (UMKC-Student)" userId="837c1f7e-fa35-479d-afd6-25c5d3371c0a" providerId="ADAL" clId="{F41D1958-0AB9-CD49-BC50-5DF1F710E28D}" dt="2024-11-19T05:02:15.401" v="226" actId="26606"/>
          <ac:picMkLst>
            <pc:docMk/>
            <pc:sldMk cId="4288640711" sldId="260"/>
            <ac:picMk id="26" creationId="{8374ADFE-780A-B2A2-FFD0-2450D224B0E6}"/>
          </ac:picMkLst>
        </pc:picChg>
      </pc:sldChg>
      <pc:sldChg chg="addSp delSp modSp mod setBg setClrOvrMap">
        <pc:chgData name="Thumma, Sunil Reddy (UMKC-Student)" userId="837c1f7e-fa35-479d-afd6-25c5d3371c0a" providerId="ADAL" clId="{F41D1958-0AB9-CD49-BC50-5DF1F710E28D}" dt="2024-11-19T05:03:28.297" v="233" actId="26606"/>
        <pc:sldMkLst>
          <pc:docMk/>
          <pc:sldMk cId="1181155412" sldId="261"/>
        </pc:sldMkLst>
        <pc:spChg chg="mod">
          <ac:chgData name="Thumma, Sunil Reddy (UMKC-Student)" userId="837c1f7e-fa35-479d-afd6-25c5d3371c0a" providerId="ADAL" clId="{F41D1958-0AB9-CD49-BC50-5DF1F710E28D}" dt="2024-11-19T05:03:28.297" v="233" actId="26606"/>
          <ac:spMkLst>
            <pc:docMk/>
            <pc:sldMk cId="1181155412" sldId="261"/>
            <ac:spMk id="2" creationId="{B34B0283-F2AF-52EA-7682-68063301F435}"/>
          </ac:spMkLst>
        </pc:spChg>
        <pc:spChg chg="add del mod">
          <ac:chgData name="Thumma, Sunil Reddy (UMKC-Student)" userId="837c1f7e-fa35-479d-afd6-25c5d3371c0a" providerId="ADAL" clId="{F41D1958-0AB9-CD49-BC50-5DF1F710E28D}" dt="2024-11-19T05:03:28.297" v="233" actId="26606"/>
          <ac:spMkLst>
            <pc:docMk/>
            <pc:sldMk cId="1181155412" sldId="261"/>
            <ac:spMk id="3" creationId="{451A99F8-1599-88FD-13DF-F6D9DD58EB22}"/>
          </ac:spMkLst>
        </pc:spChg>
        <pc:spChg chg="add del">
          <ac:chgData name="Thumma, Sunil Reddy (UMKC-Student)" userId="837c1f7e-fa35-479d-afd6-25c5d3371c0a" providerId="ADAL" clId="{F41D1958-0AB9-CD49-BC50-5DF1F710E28D}" dt="2024-11-19T05:02:58.781" v="228" actId="26606"/>
          <ac:spMkLst>
            <pc:docMk/>
            <pc:sldMk cId="1181155412" sldId="261"/>
            <ac:spMk id="9" creationId="{C8A3C342-1D03-412F-8DD3-BF519E8E0AE9}"/>
          </ac:spMkLst>
        </pc:spChg>
        <pc:spChg chg="add del">
          <ac:chgData name="Thumma, Sunil Reddy (UMKC-Student)" userId="837c1f7e-fa35-479d-afd6-25c5d3371c0a" providerId="ADAL" clId="{F41D1958-0AB9-CD49-BC50-5DF1F710E28D}" dt="2024-11-19T05:02:58.781" v="228" actId="26606"/>
          <ac:spMkLst>
            <pc:docMk/>
            <pc:sldMk cId="1181155412" sldId="261"/>
            <ac:spMk id="11" creationId="{81CC9B02-E087-4350-AEBD-2C3CF001AF01}"/>
          </ac:spMkLst>
        </pc:spChg>
        <pc:spChg chg="add del">
          <ac:chgData name="Thumma, Sunil Reddy (UMKC-Student)" userId="837c1f7e-fa35-479d-afd6-25c5d3371c0a" providerId="ADAL" clId="{F41D1958-0AB9-CD49-BC50-5DF1F710E28D}" dt="2024-11-19T05:03:19.336" v="230" actId="26606"/>
          <ac:spMkLst>
            <pc:docMk/>
            <pc:sldMk cId="1181155412" sldId="261"/>
            <ac:spMk id="13" creationId="{12F7E335-851A-4CAE-B09F-E657819D4600}"/>
          </ac:spMkLst>
        </pc:spChg>
        <pc:spChg chg="add del">
          <ac:chgData name="Thumma, Sunil Reddy (UMKC-Student)" userId="837c1f7e-fa35-479d-afd6-25c5d3371c0a" providerId="ADAL" clId="{F41D1958-0AB9-CD49-BC50-5DF1F710E28D}" dt="2024-11-19T05:03:19.336" v="230" actId="26606"/>
          <ac:spMkLst>
            <pc:docMk/>
            <pc:sldMk cId="1181155412" sldId="261"/>
            <ac:spMk id="14" creationId="{F747F1B4-B831-4277-8AB0-32767F7EB7BF}"/>
          </ac:spMkLst>
        </pc:spChg>
        <pc:spChg chg="add del">
          <ac:chgData name="Thumma, Sunil Reddy (UMKC-Student)" userId="837c1f7e-fa35-479d-afd6-25c5d3371c0a" providerId="ADAL" clId="{F41D1958-0AB9-CD49-BC50-5DF1F710E28D}" dt="2024-11-19T05:03:19.336" v="230" actId="26606"/>
          <ac:spMkLst>
            <pc:docMk/>
            <pc:sldMk cId="1181155412" sldId="261"/>
            <ac:spMk id="15" creationId="{10B541F0-7F6E-402E-84D8-CF96EACA5FBC}"/>
          </ac:spMkLst>
        </pc:spChg>
        <pc:spChg chg="add del">
          <ac:chgData name="Thumma, Sunil Reddy (UMKC-Student)" userId="837c1f7e-fa35-479d-afd6-25c5d3371c0a" providerId="ADAL" clId="{F41D1958-0AB9-CD49-BC50-5DF1F710E28D}" dt="2024-11-19T05:03:19.336" v="230" actId="26606"/>
          <ac:spMkLst>
            <pc:docMk/>
            <pc:sldMk cId="1181155412" sldId="261"/>
            <ac:spMk id="16" creationId="{D80CFA21-AB7C-4BEB-9BFF-05764FBBF3C6}"/>
          </ac:spMkLst>
        </pc:spChg>
        <pc:spChg chg="add del">
          <ac:chgData name="Thumma, Sunil Reddy (UMKC-Student)" userId="837c1f7e-fa35-479d-afd6-25c5d3371c0a" providerId="ADAL" clId="{F41D1958-0AB9-CD49-BC50-5DF1F710E28D}" dt="2024-11-19T05:03:28.231" v="232" actId="26606"/>
          <ac:spMkLst>
            <pc:docMk/>
            <pc:sldMk cId="1181155412" sldId="261"/>
            <ac:spMk id="20" creationId="{451A99F8-1599-88FD-13DF-F6D9DD58EB22}"/>
          </ac:spMkLst>
        </pc:spChg>
        <pc:spChg chg="add">
          <ac:chgData name="Thumma, Sunil Reddy (UMKC-Student)" userId="837c1f7e-fa35-479d-afd6-25c5d3371c0a" providerId="ADAL" clId="{F41D1958-0AB9-CD49-BC50-5DF1F710E28D}" dt="2024-11-19T05:03:28.297" v="233" actId="26606"/>
          <ac:spMkLst>
            <pc:docMk/>
            <pc:sldMk cId="1181155412" sldId="261"/>
            <ac:spMk id="22" creationId="{C8A3C342-1D03-412F-8DD3-BF519E8E0AE9}"/>
          </ac:spMkLst>
        </pc:spChg>
        <pc:spChg chg="add">
          <ac:chgData name="Thumma, Sunil Reddy (UMKC-Student)" userId="837c1f7e-fa35-479d-afd6-25c5d3371c0a" providerId="ADAL" clId="{F41D1958-0AB9-CD49-BC50-5DF1F710E28D}" dt="2024-11-19T05:03:28.297" v="233" actId="26606"/>
          <ac:spMkLst>
            <pc:docMk/>
            <pc:sldMk cId="1181155412" sldId="261"/>
            <ac:spMk id="23" creationId="{451A99F8-1599-88FD-13DF-F6D9DD58EB22}"/>
          </ac:spMkLst>
        </pc:spChg>
        <pc:spChg chg="add">
          <ac:chgData name="Thumma, Sunil Reddy (UMKC-Student)" userId="837c1f7e-fa35-479d-afd6-25c5d3371c0a" providerId="ADAL" clId="{F41D1958-0AB9-CD49-BC50-5DF1F710E28D}" dt="2024-11-19T05:03:28.297" v="233" actId="26606"/>
          <ac:spMkLst>
            <pc:docMk/>
            <pc:sldMk cId="1181155412" sldId="261"/>
            <ac:spMk id="24" creationId="{81CC9B02-E087-4350-AEBD-2C3CF001AF01}"/>
          </ac:spMkLst>
        </pc:spChg>
        <pc:graphicFrameChg chg="add del">
          <ac:chgData name="Thumma, Sunil Reddy (UMKC-Student)" userId="837c1f7e-fa35-479d-afd6-25c5d3371c0a" providerId="ADAL" clId="{F41D1958-0AB9-CD49-BC50-5DF1F710E28D}" dt="2024-11-19T05:03:19.336" v="230" actId="26606"/>
          <ac:graphicFrameMkLst>
            <pc:docMk/>
            <pc:sldMk cId="1181155412" sldId="261"/>
            <ac:graphicFrameMk id="17" creationId="{60A2E354-0441-76D4-45C7-DB06140EFA12}"/>
          </ac:graphicFrameMkLst>
        </pc:graphicFrameChg>
        <pc:picChg chg="add del">
          <ac:chgData name="Thumma, Sunil Reddy (UMKC-Student)" userId="837c1f7e-fa35-479d-afd6-25c5d3371c0a" providerId="ADAL" clId="{F41D1958-0AB9-CD49-BC50-5DF1F710E28D}" dt="2024-11-19T05:02:58.781" v="228" actId="26606"/>
          <ac:picMkLst>
            <pc:docMk/>
            <pc:sldMk cId="1181155412" sldId="261"/>
            <ac:picMk id="5" creationId="{CBB3878F-38A4-9F52-DBEF-6B8A730791D6}"/>
          </ac:picMkLst>
        </pc:picChg>
        <pc:picChg chg="add del">
          <ac:chgData name="Thumma, Sunil Reddy (UMKC-Student)" userId="837c1f7e-fa35-479d-afd6-25c5d3371c0a" providerId="ADAL" clId="{F41D1958-0AB9-CD49-BC50-5DF1F710E28D}" dt="2024-11-19T05:03:28.231" v="232" actId="26606"/>
          <ac:picMkLst>
            <pc:docMk/>
            <pc:sldMk cId="1181155412" sldId="261"/>
            <ac:picMk id="19" creationId="{9B9A1924-36AC-0F0A-9236-28E4FC1B701B}"/>
          </ac:picMkLst>
        </pc:picChg>
        <pc:picChg chg="add">
          <ac:chgData name="Thumma, Sunil Reddy (UMKC-Student)" userId="837c1f7e-fa35-479d-afd6-25c5d3371c0a" providerId="ADAL" clId="{F41D1958-0AB9-CD49-BC50-5DF1F710E28D}" dt="2024-11-19T05:03:28.297" v="233" actId="26606"/>
          <ac:picMkLst>
            <pc:docMk/>
            <pc:sldMk cId="1181155412" sldId="261"/>
            <ac:picMk id="25" creationId="{CBB3878F-38A4-9F52-DBEF-6B8A730791D6}"/>
          </ac:picMkLst>
        </pc:picChg>
      </pc:sldChg>
      <pc:sldChg chg="addSp delSp modSp mod setBg">
        <pc:chgData name="Thumma, Sunil Reddy (UMKC-Student)" userId="837c1f7e-fa35-479d-afd6-25c5d3371c0a" providerId="ADAL" clId="{F41D1958-0AB9-CD49-BC50-5DF1F710E28D}" dt="2024-11-19T05:04:11.952" v="236" actId="26606"/>
        <pc:sldMkLst>
          <pc:docMk/>
          <pc:sldMk cId="3352061146" sldId="262"/>
        </pc:sldMkLst>
        <pc:spChg chg="mod">
          <ac:chgData name="Thumma, Sunil Reddy (UMKC-Student)" userId="837c1f7e-fa35-479d-afd6-25c5d3371c0a" providerId="ADAL" clId="{F41D1958-0AB9-CD49-BC50-5DF1F710E28D}" dt="2024-11-19T05:04:11.952" v="236" actId="26606"/>
          <ac:spMkLst>
            <pc:docMk/>
            <pc:sldMk cId="3352061146" sldId="262"/>
            <ac:spMk id="2" creationId="{8BB13D1D-0F4B-8653-6155-3574E9A41624}"/>
          </ac:spMkLst>
        </pc:spChg>
        <pc:spChg chg="add del mod">
          <ac:chgData name="Thumma, Sunil Reddy (UMKC-Student)" userId="837c1f7e-fa35-479d-afd6-25c5d3371c0a" providerId="ADAL" clId="{F41D1958-0AB9-CD49-BC50-5DF1F710E28D}" dt="2024-11-19T05:04:11.952" v="236" actId="26606"/>
          <ac:spMkLst>
            <pc:docMk/>
            <pc:sldMk cId="3352061146" sldId="262"/>
            <ac:spMk id="3" creationId="{707CA038-A5B2-E250-03CD-1362293944C9}"/>
          </ac:spMkLst>
        </pc:spChg>
        <pc:spChg chg="add">
          <ac:chgData name="Thumma, Sunil Reddy (UMKC-Student)" userId="837c1f7e-fa35-479d-afd6-25c5d3371c0a" providerId="ADAL" clId="{F41D1958-0AB9-CD49-BC50-5DF1F710E28D}" dt="2024-11-19T05:04:11.952" v="236" actId="26606"/>
          <ac:spMkLst>
            <pc:docMk/>
            <pc:sldMk cId="3352061146" sldId="262"/>
            <ac:spMk id="7" creationId="{707CA038-A5B2-E250-03CD-1362293944C9}"/>
          </ac:spMkLst>
        </pc:spChg>
        <pc:spChg chg="add">
          <ac:chgData name="Thumma, Sunil Reddy (UMKC-Student)" userId="837c1f7e-fa35-479d-afd6-25c5d3371c0a" providerId="ADAL" clId="{F41D1958-0AB9-CD49-BC50-5DF1F710E28D}" dt="2024-11-19T05:04:11.952" v="236" actId="26606"/>
          <ac:spMkLst>
            <pc:docMk/>
            <pc:sldMk cId="3352061146" sldId="262"/>
            <ac:spMk id="8" creationId="{923E8915-D2AA-4327-A45A-972C3CA9574B}"/>
          </ac:spMkLst>
        </pc:spChg>
        <pc:spChg chg="add">
          <ac:chgData name="Thumma, Sunil Reddy (UMKC-Student)" userId="837c1f7e-fa35-479d-afd6-25c5d3371c0a" providerId="ADAL" clId="{F41D1958-0AB9-CD49-BC50-5DF1F710E28D}" dt="2024-11-19T05:04:11.952" v="236" actId="26606"/>
          <ac:spMkLst>
            <pc:docMk/>
            <pc:sldMk cId="3352061146" sldId="262"/>
            <ac:spMk id="10" creationId="{8302FC3C-9804-4950-B721-5FD704BA6065}"/>
          </ac:spMkLst>
        </pc:spChg>
        <pc:spChg chg="add">
          <ac:chgData name="Thumma, Sunil Reddy (UMKC-Student)" userId="837c1f7e-fa35-479d-afd6-25c5d3371c0a" providerId="ADAL" clId="{F41D1958-0AB9-CD49-BC50-5DF1F710E28D}" dt="2024-11-19T05:04:11.952" v="236" actId="26606"/>
          <ac:spMkLst>
            <pc:docMk/>
            <pc:sldMk cId="3352061146" sldId="262"/>
            <ac:spMk id="16" creationId="{F3798573-F27B-47EB-8EA4-7EE34954C2D6}"/>
          </ac:spMkLst>
        </pc:spChg>
        <pc:graphicFrameChg chg="add del">
          <ac:chgData name="Thumma, Sunil Reddy (UMKC-Student)" userId="837c1f7e-fa35-479d-afd6-25c5d3371c0a" providerId="ADAL" clId="{F41D1958-0AB9-CD49-BC50-5DF1F710E28D}" dt="2024-11-19T05:04:11.896" v="235" actId="26606"/>
          <ac:graphicFrameMkLst>
            <pc:docMk/>
            <pc:sldMk cId="3352061146" sldId="262"/>
            <ac:graphicFrameMk id="5" creationId="{6194D28E-B222-22AE-90B7-2C482EB832F9}"/>
          </ac:graphicFrameMkLst>
        </pc:graphicFrameChg>
        <pc:picChg chg="add">
          <ac:chgData name="Thumma, Sunil Reddy (UMKC-Student)" userId="837c1f7e-fa35-479d-afd6-25c5d3371c0a" providerId="ADAL" clId="{F41D1958-0AB9-CD49-BC50-5DF1F710E28D}" dt="2024-11-19T05:04:11.952" v="236" actId="26606"/>
          <ac:picMkLst>
            <pc:docMk/>
            <pc:sldMk cId="3352061146" sldId="262"/>
            <ac:picMk id="14" creationId="{3BC6EBB2-9BDC-4075-BA6B-43A9FBF9C86C}"/>
          </ac:picMkLst>
        </pc:picChg>
        <pc:cxnChg chg="add">
          <ac:chgData name="Thumma, Sunil Reddy (UMKC-Student)" userId="837c1f7e-fa35-479d-afd6-25c5d3371c0a" providerId="ADAL" clId="{F41D1958-0AB9-CD49-BC50-5DF1F710E28D}" dt="2024-11-19T05:04:11.952" v="236" actId="26606"/>
          <ac:cxnSpMkLst>
            <pc:docMk/>
            <pc:sldMk cId="3352061146" sldId="262"/>
            <ac:cxnSpMk id="12" creationId="{6B9695BD-ECF6-49CA-8877-8C493193C65D}"/>
          </ac:cxnSpMkLst>
        </pc:cxnChg>
      </pc:sldChg>
      <pc:sldChg chg="addSp delSp modSp new mod setBg setClrOvrMap">
        <pc:chgData name="Thumma, Sunil Reddy (UMKC-Student)" userId="837c1f7e-fa35-479d-afd6-25c5d3371c0a" providerId="ADAL" clId="{F41D1958-0AB9-CD49-BC50-5DF1F710E28D}" dt="2024-11-19T05:00:29.541" v="214" actId="26606"/>
        <pc:sldMkLst>
          <pc:docMk/>
          <pc:sldMk cId="2130238462" sldId="263"/>
        </pc:sldMkLst>
        <pc:spChg chg="mod">
          <ac:chgData name="Thumma, Sunil Reddy (UMKC-Student)" userId="837c1f7e-fa35-479d-afd6-25c5d3371c0a" providerId="ADAL" clId="{F41D1958-0AB9-CD49-BC50-5DF1F710E28D}" dt="2024-11-19T05:00:29.541" v="214" actId="26606"/>
          <ac:spMkLst>
            <pc:docMk/>
            <pc:sldMk cId="2130238462" sldId="263"/>
            <ac:spMk id="2" creationId="{0874719F-4CB0-777A-A2EA-BCA69B1E0987}"/>
          </ac:spMkLst>
        </pc:spChg>
        <pc:spChg chg="add del mod">
          <ac:chgData name="Thumma, Sunil Reddy (UMKC-Student)" userId="837c1f7e-fa35-479d-afd6-25c5d3371c0a" providerId="ADAL" clId="{F41D1958-0AB9-CD49-BC50-5DF1F710E28D}" dt="2024-11-19T05:00:05.374" v="212" actId="26606"/>
          <ac:spMkLst>
            <pc:docMk/>
            <pc:sldMk cId="2130238462" sldId="263"/>
            <ac:spMk id="3" creationId="{BA46F2A7-8C53-E0FC-6CE7-8351662BE55A}"/>
          </ac:spMkLst>
        </pc:spChg>
        <pc:spChg chg="add del">
          <ac:chgData name="Thumma, Sunil Reddy (UMKC-Student)" userId="837c1f7e-fa35-479d-afd6-25c5d3371c0a" providerId="ADAL" clId="{F41D1958-0AB9-CD49-BC50-5DF1F710E28D}" dt="2024-11-19T04:59:45.730" v="207" actId="26606"/>
          <ac:spMkLst>
            <pc:docMk/>
            <pc:sldMk cId="2130238462" sldId="263"/>
            <ac:spMk id="6" creationId="{F747F1B4-B831-4277-8AB0-32767F7EB7BF}"/>
          </ac:spMkLst>
        </pc:spChg>
        <pc:spChg chg="add del">
          <ac:chgData name="Thumma, Sunil Reddy (UMKC-Student)" userId="837c1f7e-fa35-479d-afd6-25c5d3371c0a" providerId="ADAL" clId="{F41D1958-0AB9-CD49-BC50-5DF1F710E28D}" dt="2024-11-19T04:59:45.730" v="207" actId="26606"/>
          <ac:spMkLst>
            <pc:docMk/>
            <pc:sldMk cId="2130238462" sldId="263"/>
            <ac:spMk id="7" creationId="{D80CFA21-AB7C-4BEB-9BFF-05764FBBF3C6}"/>
          </ac:spMkLst>
        </pc:spChg>
        <pc:spChg chg="add del">
          <ac:chgData name="Thumma, Sunil Reddy (UMKC-Student)" userId="837c1f7e-fa35-479d-afd6-25c5d3371c0a" providerId="ADAL" clId="{F41D1958-0AB9-CD49-BC50-5DF1F710E28D}" dt="2024-11-19T04:59:45.730" v="207" actId="26606"/>
          <ac:spMkLst>
            <pc:docMk/>
            <pc:sldMk cId="2130238462" sldId="263"/>
            <ac:spMk id="8" creationId="{12F7E335-851A-4CAE-B09F-E657819D4600}"/>
          </ac:spMkLst>
        </pc:spChg>
        <pc:spChg chg="add del">
          <ac:chgData name="Thumma, Sunil Reddy (UMKC-Student)" userId="837c1f7e-fa35-479d-afd6-25c5d3371c0a" providerId="ADAL" clId="{F41D1958-0AB9-CD49-BC50-5DF1F710E28D}" dt="2024-11-18T22:39:58.696" v="54" actId="26606"/>
          <ac:spMkLst>
            <pc:docMk/>
            <pc:sldMk cId="2130238462" sldId="263"/>
            <ac:spMk id="9" creationId="{ABE6F9A3-300E-47F5-B41C-C8C5E758DE7C}"/>
          </ac:spMkLst>
        </pc:spChg>
        <pc:spChg chg="add del">
          <ac:chgData name="Thumma, Sunil Reddy (UMKC-Student)" userId="837c1f7e-fa35-479d-afd6-25c5d3371c0a" providerId="ADAL" clId="{F41D1958-0AB9-CD49-BC50-5DF1F710E28D}" dt="2024-11-19T04:59:45.730" v="207" actId="26606"/>
          <ac:spMkLst>
            <pc:docMk/>
            <pc:sldMk cId="2130238462" sldId="263"/>
            <ac:spMk id="10" creationId="{10B541F0-7F6E-402E-84D8-CF96EACA5FBC}"/>
          </ac:spMkLst>
        </pc:spChg>
        <pc:spChg chg="add del">
          <ac:chgData name="Thumma, Sunil Reddy (UMKC-Student)" userId="837c1f7e-fa35-479d-afd6-25c5d3371c0a" providerId="ADAL" clId="{F41D1958-0AB9-CD49-BC50-5DF1F710E28D}" dt="2024-11-18T22:39:58.696" v="54" actId="26606"/>
          <ac:spMkLst>
            <pc:docMk/>
            <pc:sldMk cId="2130238462" sldId="263"/>
            <ac:spMk id="11" creationId="{61B4701B-39FE-43B8-86AA-D6B8789C2207}"/>
          </ac:spMkLst>
        </pc:spChg>
        <pc:spChg chg="add del">
          <ac:chgData name="Thumma, Sunil Reddy (UMKC-Student)" userId="837c1f7e-fa35-479d-afd6-25c5d3371c0a" providerId="ADAL" clId="{F41D1958-0AB9-CD49-BC50-5DF1F710E28D}" dt="2024-11-18T22:39:58.696" v="54" actId="26606"/>
          <ac:spMkLst>
            <pc:docMk/>
            <pc:sldMk cId="2130238462" sldId="263"/>
            <ac:spMk id="13" creationId="{E9A7EF13-49FA-4355-971A-34B065F35022}"/>
          </ac:spMkLst>
        </pc:spChg>
        <pc:spChg chg="add del">
          <ac:chgData name="Thumma, Sunil Reddy (UMKC-Student)" userId="837c1f7e-fa35-479d-afd6-25c5d3371c0a" providerId="ADAL" clId="{F41D1958-0AB9-CD49-BC50-5DF1F710E28D}" dt="2024-11-18T22:39:58.696" v="54" actId="26606"/>
          <ac:spMkLst>
            <pc:docMk/>
            <pc:sldMk cId="2130238462" sldId="263"/>
            <ac:spMk id="15" creationId="{92CF3C3E-0F7B-4F0C-8EBD-BDD38E9C66F5}"/>
          </ac:spMkLst>
        </pc:spChg>
        <pc:spChg chg="add del">
          <ac:chgData name="Thumma, Sunil Reddy (UMKC-Student)" userId="837c1f7e-fa35-479d-afd6-25c5d3371c0a" providerId="ADAL" clId="{F41D1958-0AB9-CD49-BC50-5DF1F710E28D}" dt="2024-11-19T05:00:05.356" v="211" actId="26606"/>
          <ac:spMkLst>
            <pc:docMk/>
            <pc:sldMk cId="2130238462" sldId="263"/>
            <ac:spMk id="16" creationId="{F747F1B4-B831-4277-8AB0-32767F7EB7BF}"/>
          </ac:spMkLst>
        </pc:spChg>
        <pc:spChg chg="add del">
          <ac:chgData name="Thumma, Sunil Reddy (UMKC-Student)" userId="837c1f7e-fa35-479d-afd6-25c5d3371c0a" providerId="ADAL" clId="{F41D1958-0AB9-CD49-BC50-5DF1F710E28D}" dt="2024-11-19T05:00:05.356" v="211" actId="26606"/>
          <ac:spMkLst>
            <pc:docMk/>
            <pc:sldMk cId="2130238462" sldId="263"/>
            <ac:spMk id="18" creationId="{D80CFA21-AB7C-4BEB-9BFF-05764FBBF3C6}"/>
          </ac:spMkLst>
        </pc:spChg>
        <pc:spChg chg="add del">
          <ac:chgData name="Thumma, Sunil Reddy (UMKC-Student)" userId="837c1f7e-fa35-479d-afd6-25c5d3371c0a" providerId="ADAL" clId="{F41D1958-0AB9-CD49-BC50-5DF1F710E28D}" dt="2024-11-19T05:00:05.356" v="211" actId="26606"/>
          <ac:spMkLst>
            <pc:docMk/>
            <pc:sldMk cId="2130238462" sldId="263"/>
            <ac:spMk id="20" creationId="{12F7E335-851A-4CAE-B09F-E657819D4600}"/>
          </ac:spMkLst>
        </pc:spChg>
        <pc:spChg chg="add del">
          <ac:chgData name="Thumma, Sunil Reddy (UMKC-Student)" userId="837c1f7e-fa35-479d-afd6-25c5d3371c0a" providerId="ADAL" clId="{F41D1958-0AB9-CD49-BC50-5DF1F710E28D}" dt="2024-11-19T05:00:05.356" v="211" actId="26606"/>
          <ac:spMkLst>
            <pc:docMk/>
            <pc:sldMk cId="2130238462" sldId="263"/>
            <ac:spMk id="22" creationId="{10B541F0-7F6E-402E-84D8-CF96EACA5FBC}"/>
          </ac:spMkLst>
        </pc:spChg>
        <pc:spChg chg="add">
          <ac:chgData name="Thumma, Sunil Reddy (UMKC-Student)" userId="837c1f7e-fa35-479d-afd6-25c5d3371c0a" providerId="ADAL" clId="{F41D1958-0AB9-CD49-BC50-5DF1F710E28D}" dt="2024-11-19T05:00:29.541" v="214" actId="26606"/>
          <ac:spMkLst>
            <pc:docMk/>
            <pc:sldMk cId="2130238462" sldId="263"/>
            <ac:spMk id="31" creationId="{F747F1B4-B831-4277-8AB0-32767F7EB7BF}"/>
          </ac:spMkLst>
        </pc:spChg>
        <pc:spChg chg="add">
          <ac:chgData name="Thumma, Sunil Reddy (UMKC-Student)" userId="837c1f7e-fa35-479d-afd6-25c5d3371c0a" providerId="ADAL" clId="{F41D1958-0AB9-CD49-BC50-5DF1F710E28D}" dt="2024-11-19T05:00:29.541" v="214" actId="26606"/>
          <ac:spMkLst>
            <pc:docMk/>
            <pc:sldMk cId="2130238462" sldId="263"/>
            <ac:spMk id="33" creationId="{D80CFA21-AB7C-4BEB-9BFF-05764FBBF3C6}"/>
          </ac:spMkLst>
        </pc:spChg>
        <pc:spChg chg="add">
          <ac:chgData name="Thumma, Sunil Reddy (UMKC-Student)" userId="837c1f7e-fa35-479d-afd6-25c5d3371c0a" providerId="ADAL" clId="{F41D1958-0AB9-CD49-BC50-5DF1F710E28D}" dt="2024-11-19T05:00:29.541" v="214" actId="26606"/>
          <ac:spMkLst>
            <pc:docMk/>
            <pc:sldMk cId="2130238462" sldId="263"/>
            <ac:spMk id="35" creationId="{12F7E335-851A-4CAE-B09F-E657819D4600}"/>
          </ac:spMkLst>
        </pc:spChg>
        <pc:spChg chg="add">
          <ac:chgData name="Thumma, Sunil Reddy (UMKC-Student)" userId="837c1f7e-fa35-479d-afd6-25c5d3371c0a" providerId="ADAL" clId="{F41D1958-0AB9-CD49-BC50-5DF1F710E28D}" dt="2024-11-19T05:00:29.541" v="214" actId="26606"/>
          <ac:spMkLst>
            <pc:docMk/>
            <pc:sldMk cId="2130238462" sldId="263"/>
            <ac:spMk id="37" creationId="{10B541F0-7F6E-402E-84D8-CF96EACA5FBC}"/>
          </ac:spMkLst>
        </pc:spChg>
        <pc:graphicFrameChg chg="add del">
          <ac:chgData name="Thumma, Sunil Reddy (UMKC-Student)" userId="837c1f7e-fa35-479d-afd6-25c5d3371c0a" providerId="ADAL" clId="{F41D1958-0AB9-CD49-BC50-5DF1F710E28D}" dt="2024-11-18T22:39:58.696" v="54" actId="26606"/>
          <ac:graphicFrameMkLst>
            <pc:docMk/>
            <pc:sldMk cId="2130238462" sldId="263"/>
            <ac:graphicFrameMk id="5" creationId="{FD24DFF5-D6F5-5B17-A0F3-053395C1F560}"/>
          </ac:graphicFrameMkLst>
        </pc:graphicFrameChg>
        <pc:graphicFrameChg chg="add del">
          <ac:chgData name="Thumma, Sunil Reddy (UMKC-Student)" userId="837c1f7e-fa35-479d-afd6-25c5d3371c0a" providerId="ADAL" clId="{F41D1958-0AB9-CD49-BC50-5DF1F710E28D}" dt="2024-11-19T04:59:45.730" v="207" actId="26606"/>
          <ac:graphicFrameMkLst>
            <pc:docMk/>
            <pc:sldMk cId="2130238462" sldId="263"/>
            <ac:graphicFrameMk id="12" creationId="{BB7E40F6-7691-2AAE-9155-16788A2C00F8}"/>
          </ac:graphicFrameMkLst>
        </pc:graphicFrameChg>
        <pc:graphicFrameChg chg="add del">
          <ac:chgData name="Thumma, Sunil Reddy (UMKC-Student)" userId="837c1f7e-fa35-479d-afd6-25c5d3371c0a" providerId="ADAL" clId="{F41D1958-0AB9-CD49-BC50-5DF1F710E28D}" dt="2024-11-19T04:59:53.599" v="209" actId="26606"/>
          <ac:graphicFrameMkLst>
            <pc:docMk/>
            <pc:sldMk cId="2130238462" sldId="263"/>
            <ac:graphicFrameMk id="14" creationId="{48181FA6-B3B2-207B-C2B6-10E7282A2CFC}"/>
          </ac:graphicFrameMkLst>
        </pc:graphicFrameChg>
        <pc:graphicFrameChg chg="add del">
          <ac:chgData name="Thumma, Sunil Reddy (UMKC-Student)" userId="837c1f7e-fa35-479d-afd6-25c5d3371c0a" providerId="ADAL" clId="{F41D1958-0AB9-CD49-BC50-5DF1F710E28D}" dt="2024-11-18T22:40:13.885" v="56" actId="26606"/>
          <ac:graphicFrameMkLst>
            <pc:docMk/>
            <pc:sldMk cId="2130238462" sldId="263"/>
            <ac:graphicFrameMk id="17" creationId="{4AFCC8D8-F2B3-B77E-7F09-97607C1BE497}"/>
          </ac:graphicFrameMkLst>
        </pc:graphicFrameChg>
        <pc:graphicFrameChg chg="add del">
          <ac:chgData name="Thumma, Sunil Reddy (UMKC-Student)" userId="837c1f7e-fa35-479d-afd6-25c5d3371c0a" providerId="ADAL" clId="{F41D1958-0AB9-CD49-BC50-5DF1F710E28D}" dt="2024-11-18T22:40:21.849" v="58" actId="26606"/>
          <ac:graphicFrameMkLst>
            <pc:docMk/>
            <pc:sldMk cId="2130238462" sldId="263"/>
            <ac:graphicFrameMk id="19" creationId="{38281790-F284-1F81-6299-C9597042BD0F}"/>
          </ac:graphicFrameMkLst>
        </pc:graphicFrameChg>
        <pc:graphicFrameChg chg="add del">
          <ac:chgData name="Thumma, Sunil Reddy (UMKC-Student)" userId="837c1f7e-fa35-479d-afd6-25c5d3371c0a" providerId="ADAL" clId="{F41D1958-0AB9-CD49-BC50-5DF1F710E28D}" dt="2024-11-18T22:40:25.206" v="60" actId="26606"/>
          <ac:graphicFrameMkLst>
            <pc:docMk/>
            <pc:sldMk cId="2130238462" sldId="263"/>
            <ac:graphicFrameMk id="21" creationId="{536E448E-0957-461F-437F-B4B51B1D1D16}"/>
          </ac:graphicFrameMkLst>
        </pc:graphicFrameChg>
        <pc:graphicFrameChg chg="add del">
          <ac:chgData name="Thumma, Sunil Reddy (UMKC-Student)" userId="837c1f7e-fa35-479d-afd6-25c5d3371c0a" providerId="ADAL" clId="{F41D1958-0AB9-CD49-BC50-5DF1F710E28D}" dt="2024-11-18T22:40:28.683" v="62" actId="26606"/>
          <ac:graphicFrameMkLst>
            <pc:docMk/>
            <pc:sldMk cId="2130238462" sldId="263"/>
            <ac:graphicFrameMk id="23" creationId="{38281790-F284-1F81-6299-C9597042BD0F}"/>
          </ac:graphicFrameMkLst>
        </pc:graphicFrameChg>
        <pc:graphicFrameChg chg="add del">
          <ac:chgData name="Thumma, Sunil Reddy (UMKC-Student)" userId="837c1f7e-fa35-479d-afd6-25c5d3371c0a" providerId="ADAL" clId="{F41D1958-0AB9-CD49-BC50-5DF1F710E28D}" dt="2024-11-19T05:00:05.356" v="211" actId="26606"/>
          <ac:graphicFrameMkLst>
            <pc:docMk/>
            <pc:sldMk cId="2130238462" sldId="263"/>
            <ac:graphicFrameMk id="24" creationId="{BB7E40F6-7691-2AAE-9155-16788A2C00F8}"/>
          </ac:graphicFrameMkLst>
        </pc:graphicFrameChg>
        <pc:graphicFrameChg chg="add del mod">
          <ac:chgData name="Thumma, Sunil Reddy (UMKC-Student)" userId="837c1f7e-fa35-479d-afd6-25c5d3371c0a" providerId="ADAL" clId="{F41D1958-0AB9-CD49-BC50-5DF1F710E28D}" dt="2024-11-18T22:40:55.160" v="72" actId="26606"/>
          <ac:graphicFrameMkLst>
            <pc:docMk/>
            <pc:sldMk cId="2130238462" sldId="263"/>
            <ac:graphicFrameMk id="25" creationId="{4AFCC8D8-F2B3-B77E-7F09-97607C1BE497}"/>
          </ac:graphicFrameMkLst>
        </pc:graphicFrameChg>
        <pc:graphicFrameChg chg="add mod modGraphic">
          <ac:chgData name="Thumma, Sunil Reddy (UMKC-Student)" userId="837c1f7e-fa35-479d-afd6-25c5d3371c0a" providerId="ADAL" clId="{F41D1958-0AB9-CD49-BC50-5DF1F710E28D}" dt="2024-11-19T05:00:29.541" v="214" actId="26606"/>
          <ac:graphicFrameMkLst>
            <pc:docMk/>
            <pc:sldMk cId="2130238462" sldId="263"/>
            <ac:graphicFrameMk id="26" creationId="{74DEFF81-32EE-26E4-022A-2623C4C679F0}"/>
          </ac:graphicFrameMkLst>
        </pc:graphicFrame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2.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A55CCFC-CE8D-441E-A233-F1D65B85C2A4}" type="doc">
      <dgm:prSet loTypeId="urn:microsoft.com/office/officeart/2018/2/layout/IconCircleList" loCatId="icon" qsTypeId="urn:microsoft.com/office/officeart/2005/8/quickstyle/simple1" qsCatId="simple" csTypeId="urn:microsoft.com/office/officeart/2018/5/colors/Iconchunking_neutralbg_colorful5" csCatId="colorful" phldr="1"/>
      <dgm:spPr/>
      <dgm:t>
        <a:bodyPr/>
        <a:lstStyle/>
        <a:p>
          <a:endParaRPr lang="en-US"/>
        </a:p>
      </dgm:t>
    </dgm:pt>
    <dgm:pt modelId="{0C0730B4-F3CC-4464-8235-79CFEFCAC79A}">
      <dgm:prSet/>
      <dgm:spPr/>
      <dgm:t>
        <a:bodyPr/>
        <a:lstStyle/>
        <a:p>
          <a:r>
            <a:rPr lang="en-US" b="0" i="0"/>
            <a:t>Transparency: Blockchain ensures that all transactions are publicly recorded, allowing contributors to monitor their contributions in real time.</a:t>
          </a:r>
          <a:endParaRPr lang="en-US"/>
        </a:p>
      </dgm:t>
    </dgm:pt>
    <dgm:pt modelId="{18E11567-5FD6-4D36-A178-00DD6CC25961}" type="parTrans" cxnId="{7385840D-A05E-4286-849E-76B2DC827D8E}">
      <dgm:prSet/>
      <dgm:spPr/>
      <dgm:t>
        <a:bodyPr/>
        <a:lstStyle/>
        <a:p>
          <a:endParaRPr lang="en-US"/>
        </a:p>
      </dgm:t>
    </dgm:pt>
    <dgm:pt modelId="{3A593325-5920-426A-A3C3-175E20D9577D}" type="sibTrans" cxnId="{7385840D-A05E-4286-849E-76B2DC827D8E}">
      <dgm:prSet/>
      <dgm:spPr/>
      <dgm:t>
        <a:bodyPr/>
        <a:lstStyle/>
        <a:p>
          <a:endParaRPr lang="en-US"/>
        </a:p>
      </dgm:t>
    </dgm:pt>
    <dgm:pt modelId="{D82CEF03-CF7D-4465-89ED-58300D54C0D7}">
      <dgm:prSet/>
      <dgm:spPr/>
      <dgm:t>
        <a:bodyPr/>
        <a:lstStyle/>
        <a:p>
          <a:r>
            <a:rPr lang="en-US" b="0" i="0"/>
            <a:t>Security: Funds are handled securely via immutable smart contracts, which reduces the danger of fraud or manipulation.</a:t>
          </a:r>
          <a:endParaRPr lang="en-US"/>
        </a:p>
      </dgm:t>
    </dgm:pt>
    <dgm:pt modelId="{E7F306CB-DCB3-4B1A-96AA-6E9C573AE815}" type="parTrans" cxnId="{DD910421-C4A3-4C54-B614-BBAC279EA879}">
      <dgm:prSet/>
      <dgm:spPr/>
      <dgm:t>
        <a:bodyPr/>
        <a:lstStyle/>
        <a:p>
          <a:endParaRPr lang="en-US"/>
        </a:p>
      </dgm:t>
    </dgm:pt>
    <dgm:pt modelId="{890373BC-4F6C-4AD9-BF56-85AF4A59FC6F}" type="sibTrans" cxnId="{DD910421-C4A3-4C54-B614-BBAC279EA879}">
      <dgm:prSet/>
      <dgm:spPr/>
      <dgm:t>
        <a:bodyPr/>
        <a:lstStyle/>
        <a:p>
          <a:endParaRPr lang="en-US"/>
        </a:p>
      </dgm:t>
    </dgm:pt>
    <dgm:pt modelId="{D3E47E50-7851-4962-BD00-B93887571CA9}">
      <dgm:prSet/>
      <dgm:spPr/>
      <dgm:t>
        <a:bodyPr/>
        <a:lstStyle/>
        <a:p>
          <a:r>
            <a:rPr lang="en-US" b="0" i="0"/>
            <a:t>Trust : Eliminates intermediaries, allowing for direct connection between donors and charities and increasing confidence in resource allocation.</a:t>
          </a:r>
          <a:endParaRPr lang="en-US"/>
        </a:p>
      </dgm:t>
    </dgm:pt>
    <dgm:pt modelId="{7F71802D-CB87-45D8-A118-817C940769FA}" type="parTrans" cxnId="{170CC365-BEE9-4767-89BC-E088236BCEF2}">
      <dgm:prSet/>
      <dgm:spPr/>
      <dgm:t>
        <a:bodyPr/>
        <a:lstStyle/>
        <a:p>
          <a:endParaRPr lang="en-US"/>
        </a:p>
      </dgm:t>
    </dgm:pt>
    <dgm:pt modelId="{069CCB8C-C315-4EB3-9FBF-5843FFC7AE4B}" type="sibTrans" cxnId="{170CC365-BEE9-4767-89BC-E088236BCEF2}">
      <dgm:prSet/>
      <dgm:spPr/>
      <dgm:t>
        <a:bodyPr/>
        <a:lstStyle/>
        <a:p>
          <a:endParaRPr lang="en-US"/>
        </a:p>
      </dgm:t>
    </dgm:pt>
    <dgm:pt modelId="{1DD9BA1E-C8C2-4653-8D1A-684A92E911E9}">
      <dgm:prSet/>
      <dgm:spPr/>
      <dgm:t>
        <a:bodyPr/>
        <a:lstStyle/>
        <a:p>
          <a:r>
            <a:rPr lang="en-US" b="0" i="0"/>
            <a:t>Efficiency: Automates operations such as goal development, donations, and fund withdrawals, resulting in less overhead and delays.</a:t>
          </a:r>
          <a:endParaRPr lang="en-US"/>
        </a:p>
      </dgm:t>
    </dgm:pt>
    <dgm:pt modelId="{A3AAD02B-32F5-4618-A0F2-BE870E477E29}" type="parTrans" cxnId="{5D3EE0F9-88C8-43D9-94F4-C3856A2B081B}">
      <dgm:prSet/>
      <dgm:spPr/>
      <dgm:t>
        <a:bodyPr/>
        <a:lstStyle/>
        <a:p>
          <a:endParaRPr lang="en-US"/>
        </a:p>
      </dgm:t>
    </dgm:pt>
    <dgm:pt modelId="{BC818B4A-8D55-484B-BCB2-A91226E60155}" type="sibTrans" cxnId="{5D3EE0F9-88C8-43D9-94F4-C3856A2B081B}">
      <dgm:prSet/>
      <dgm:spPr/>
      <dgm:t>
        <a:bodyPr/>
        <a:lstStyle/>
        <a:p>
          <a:endParaRPr lang="en-US"/>
        </a:p>
      </dgm:t>
    </dgm:pt>
    <dgm:pt modelId="{5F07058A-D5D9-4A38-8FCE-F93D8275857E}" type="pres">
      <dgm:prSet presAssocID="{7A55CCFC-CE8D-441E-A233-F1D65B85C2A4}" presName="root" presStyleCnt="0">
        <dgm:presLayoutVars>
          <dgm:dir/>
          <dgm:resizeHandles val="exact"/>
        </dgm:presLayoutVars>
      </dgm:prSet>
      <dgm:spPr/>
    </dgm:pt>
    <dgm:pt modelId="{70EEE4EE-B917-452A-8B64-1ECFC98D668C}" type="pres">
      <dgm:prSet presAssocID="{7A55CCFC-CE8D-441E-A233-F1D65B85C2A4}" presName="container" presStyleCnt="0">
        <dgm:presLayoutVars>
          <dgm:dir/>
          <dgm:resizeHandles val="exact"/>
        </dgm:presLayoutVars>
      </dgm:prSet>
      <dgm:spPr/>
    </dgm:pt>
    <dgm:pt modelId="{DA9E4B0E-96D2-4F56-BCEC-A49C99D011E3}" type="pres">
      <dgm:prSet presAssocID="{0C0730B4-F3CC-4464-8235-79CFEFCAC79A}" presName="compNode" presStyleCnt="0"/>
      <dgm:spPr/>
    </dgm:pt>
    <dgm:pt modelId="{A4F3B60D-045D-44E6-AAB2-A389FDAD4FB9}" type="pres">
      <dgm:prSet presAssocID="{0C0730B4-F3CC-4464-8235-79CFEFCAC79A}" presName="iconBgRect" presStyleLbl="bgShp" presStyleIdx="0" presStyleCnt="4"/>
      <dgm:spPr/>
    </dgm:pt>
    <dgm:pt modelId="{2A46B298-ED94-468B-B894-30E59E52D0C9}" type="pres">
      <dgm:prSet presAssocID="{0C0730B4-F3CC-4464-8235-79CFEFCAC79A}"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redit card"/>
        </a:ext>
      </dgm:extLst>
    </dgm:pt>
    <dgm:pt modelId="{741C1E86-1F95-4750-B968-91687405F836}" type="pres">
      <dgm:prSet presAssocID="{0C0730B4-F3CC-4464-8235-79CFEFCAC79A}" presName="spaceRect" presStyleCnt="0"/>
      <dgm:spPr/>
    </dgm:pt>
    <dgm:pt modelId="{D005CE21-A630-49D3-ABA8-6D575F87E0FC}" type="pres">
      <dgm:prSet presAssocID="{0C0730B4-F3CC-4464-8235-79CFEFCAC79A}" presName="textRect" presStyleLbl="revTx" presStyleIdx="0" presStyleCnt="4">
        <dgm:presLayoutVars>
          <dgm:chMax val="1"/>
          <dgm:chPref val="1"/>
        </dgm:presLayoutVars>
      </dgm:prSet>
      <dgm:spPr/>
    </dgm:pt>
    <dgm:pt modelId="{BA0BE1F1-8BBF-4558-AE85-A23504F27B6D}" type="pres">
      <dgm:prSet presAssocID="{3A593325-5920-426A-A3C3-175E20D9577D}" presName="sibTrans" presStyleLbl="sibTrans2D1" presStyleIdx="0" presStyleCnt="0"/>
      <dgm:spPr/>
    </dgm:pt>
    <dgm:pt modelId="{822062A9-594B-4AD8-A3C8-0C0F074AE3D0}" type="pres">
      <dgm:prSet presAssocID="{D82CEF03-CF7D-4465-89ED-58300D54C0D7}" presName="compNode" presStyleCnt="0"/>
      <dgm:spPr/>
    </dgm:pt>
    <dgm:pt modelId="{1EABBDBF-7596-428E-A52C-EC2913D7C8AA}" type="pres">
      <dgm:prSet presAssocID="{D82CEF03-CF7D-4465-89ED-58300D54C0D7}" presName="iconBgRect" presStyleLbl="bgShp" presStyleIdx="1" presStyleCnt="4"/>
      <dgm:spPr/>
    </dgm:pt>
    <dgm:pt modelId="{EE5A8779-63F3-43EF-9976-7E157263729E}" type="pres">
      <dgm:prSet presAssocID="{D82CEF03-CF7D-4465-89ED-58300D54C0D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Lock"/>
        </a:ext>
      </dgm:extLst>
    </dgm:pt>
    <dgm:pt modelId="{B335ADA8-BA72-4A05-B886-08671DA32155}" type="pres">
      <dgm:prSet presAssocID="{D82CEF03-CF7D-4465-89ED-58300D54C0D7}" presName="spaceRect" presStyleCnt="0"/>
      <dgm:spPr/>
    </dgm:pt>
    <dgm:pt modelId="{F38508C3-844D-48FF-ADCB-38703654D044}" type="pres">
      <dgm:prSet presAssocID="{D82CEF03-CF7D-4465-89ED-58300D54C0D7}" presName="textRect" presStyleLbl="revTx" presStyleIdx="1" presStyleCnt="4">
        <dgm:presLayoutVars>
          <dgm:chMax val="1"/>
          <dgm:chPref val="1"/>
        </dgm:presLayoutVars>
      </dgm:prSet>
      <dgm:spPr/>
    </dgm:pt>
    <dgm:pt modelId="{92EE16D6-84C6-4C90-B667-115781FC5489}" type="pres">
      <dgm:prSet presAssocID="{890373BC-4F6C-4AD9-BF56-85AF4A59FC6F}" presName="sibTrans" presStyleLbl="sibTrans2D1" presStyleIdx="0" presStyleCnt="0"/>
      <dgm:spPr/>
    </dgm:pt>
    <dgm:pt modelId="{3B34BEB4-4CC3-4C85-85FF-5902C6FF0024}" type="pres">
      <dgm:prSet presAssocID="{D3E47E50-7851-4962-BD00-B93887571CA9}" presName="compNode" presStyleCnt="0"/>
      <dgm:spPr/>
    </dgm:pt>
    <dgm:pt modelId="{9ECA8E58-D498-43E0-A559-0DD4450DE5BB}" type="pres">
      <dgm:prSet presAssocID="{D3E47E50-7851-4962-BD00-B93887571CA9}" presName="iconBgRect" presStyleLbl="bgShp" presStyleIdx="2" presStyleCnt="4"/>
      <dgm:spPr/>
    </dgm:pt>
    <dgm:pt modelId="{03BDA4E7-15E7-423E-A094-E4CB0129D8A9}" type="pres">
      <dgm:prSet presAssocID="{D3E47E50-7851-4962-BD00-B93887571CA9}"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onnections"/>
        </a:ext>
      </dgm:extLst>
    </dgm:pt>
    <dgm:pt modelId="{B49C792B-E869-49C4-9B92-7329630113EB}" type="pres">
      <dgm:prSet presAssocID="{D3E47E50-7851-4962-BD00-B93887571CA9}" presName="spaceRect" presStyleCnt="0"/>
      <dgm:spPr/>
    </dgm:pt>
    <dgm:pt modelId="{7B8AB6CB-ADB6-4CCA-81AC-0B61BFB8D73A}" type="pres">
      <dgm:prSet presAssocID="{D3E47E50-7851-4962-BD00-B93887571CA9}" presName="textRect" presStyleLbl="revTx" presStyleIdx="2" presStyleCnt="4">
        <dgm:presLayoutVars>
          <dgm:chMax val="1"/>
          <dgm:chPref val="1"/>
        </dgm:presLayoutVars>
      </dgm:prSet>
      <dgm:spPr/>
    </dgm:pt>
    <dgm:pt modelId="{E0402E95-826B-4767-8F2A-4F049DDE5CF0}" type="pres">
      <dgm:prSet presAssocID="{069CCB8C-C315-4EB3-9FBF-5843FFC7AE4B}" presName="sibTrans" presStyleLbl="sibTrans2D1" presStyleIdx="0" presStyleCnt="0"/>
      <dgm:spPr/>
    </dgm:pt>
    <dgm:pt modelId="{11401A18-9422-4C83-AFDE-CA3226903A28}" type="pres">
      <dgm:prSet presAssocID="{1DD9BA1E-C8C2-4653-8D1A-684A92E911E9}" presName="compNode" presStyleCnt="0"/>
      <dgm:spPr/>
    </dgm:pt>
    <dgm:pt modelId="{732124E3-32A2-4F14-AC9E-D5DEF94245F3}" type="pres">
      <dgm:prSet presAssocID="{1DD9BA1E-C8C2-4653-8D1A-684A92E911E9}" presName="iconBgRect" presStyleLbl="bgShp" presStyleIdx="3" presStyleCnt="4"/>
      <dgm:spPr/>
    </dgm:pt>
    <dgm:pt modelId="{81012823-28AC-47D5-8313-DAC430FDDAEC}" type="pres">
      <dgm:prSet presAssocID="{1DD9BA1E-C8C2-4653-8D1A-684A92E911E9}"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ollar"/>
        </a:ext>
      </dgm:extLst>
    </dgm:pt>
    <dgm:pt modelId="{02DC5DEC-8729-4E9C-AF5E-0322850199B8}" type="pres">
      <dgm:prSet presAssocID="{1DD9BA1E-C8C2-4653-8D1A-684A92E911E9}" presName="spaceRect" presStyleCnt="0"/>
      <dgm:spPr/>
    </dgm:pt>
    <dgm:pt modelId="{49441289-8FF1-47AB-8DF4-24C563EB39C3}" type="pres">
      <dgm:prSet presAssocID="{1DD9BA1E-C8C2-4653-8D1A-684A92E911E9}" presName="textRect" presStyleLbl="revTx" presStyleIdx="3" presStyleCnt="4">
        <dgm:presLayoutVars>
          <dgm:chMax val="1"/>
          <dgm:chPref val="1"/>
        </dgm:presLayoutVars>
      </dgm:prSet>
      <dgm:spPr/>
    </dgm:pt>
  </dgm:ptLst>
  <dgm:cxnLst>
    <dgm:cxn modelId="{7385840D-A05E-4286-849E-76B2DC827D8E}" srcId="{7A55CCFC-CE8D-441E-A233-F1D65B85C2A4}" destId="{0C0730B4-F3CC-4464-8235-79CFEFCAC79A}" srcOrd="0" destOrd="0" parTransId="{18E11567-5FD6-4D36-A178-00DD6CC25961}" sibTransId="{3A593325-5920-426A-A3C3-175E20D9577D}"/>
    <dgm:cxn modelId="{06A78210-E17C-4B98-A0FD-BCBD6771B251}" type="presOf" srcId="{069CCB8C-C315-4EB3-9FBF-5843FFC7AE4B}" destId="{E0402E95-826B-4767-8F2A-4F049DDE5CF0}" srcOrd="0" destOrd="0" presId="urn:microsoft.com/office/officeart/2018/2/layout/IconCircleList"/>
    <dgm:cxn modelId="{CD8FDE10-57BE-4BA6-8FD5-68213F66FB19}" type="presOf" srcId="{3A593325-5920-426A-A3C3-175E20D9577D}" destId="{BA0BE1F1-8BBF-4558-AE85-A23504F27B6D}" srcOrd="0" destOrd="0" presId="urn:microsoft.com/office/officeart/2018/2/layout/IconCircleList"/>
    <dgm:cxn modelId="{DD910421-C4A3-4C54-B614-BBAC279EA879}" srcId="{7A55CCFC-CE8D-441E-A233-F1D65B85C2A4}" destId="{D82CEF03-CF7D-4465-89ED-58300D54C0D7}" srcOrd="1" destOrd="0" parTransId="{E7F306CB-DCB3-4B1A-96AA-6E9C573AE815}" sibTransId="{890373BC-4F6C-4AD9-BF56-85AF4A59FC6F}"/>
    <dgm:cxn modelId="{07C9D82C-0FDC-4D7A-9B47-F5EE1A54A1B2}" type="presOf" srcId="{7A55CCFC-CE8D-441E-A233-F1D65B85C2A4}" destId="{5F07058A-D5D9-4A38-8FCE-F93D8275857E}" srcOrd="0" destOrd="0" presId="urn:microsoft.com/office/officeart/2018/2/layout/IconCircleList"/>
    <dgm:cxn modelId="{AB89AF4D-C909-42B9-9D82-338838E9221A}" type="presOf" srcId="{1DD9BA1E-C8C2-4653-8D1A-684A92E911E9}" destId="{49441289-8FF1-47AB-8DF4-24C563EB39C3}" srcOrd="0" destOrd="0" presId="urn:microsoft.com/office/officeart/2018/2/layout/IconCircleList"/>
    <dgm:cxn modelId="{170CC365-BEE9-4767-89BC-E088236BCEF2}" srcId="{7A55CCFC-CE8D-441E-A233-F1D65B85C2A4}" destId="{D3E47E50-7851-4962-BD00-B93887571CA9}" srcOrd="2" destOrd="0" parTransId="{7F71802D-CB87-45D8-A118-817C940769FA}" sibTransId="{069CCB8C-C315-4EB3-9FBF-5843FFC7AE4B}"/>
    <dgm:cxn modelId="{5FAEF56A-5E28-4634-889D-9D4E2538E18D}" type="presOf" srcId="{D3E47E50-7851-4962-BD00-B93887571CA9}" destId="{7B8AB6CB-ADB6-4CCA-81AC-0B61BFB8D73A}" srcOrd="0" destOrd="0" presId="urn:microsoft.com/office/officeart/2018/2/layout/IconCircleList"/>
    <dgm:cxn modelId="{4FE4E973-16AF-4667-A1A6-CC1DEDF939C2}" type="presOf" srcId="{0C0730B4-F3CC-4464-8235-79CFEFCAC79A}" destId="{D005CE21-A630-49D3-ABA8-6D575F87E0FC}" srcOrd="0" destOrd="0" presId="urn:microsoft.com/office/officeart/2018/2/layout/IconCircleList"/>
    <dgm:cxn modelId="{377B807B-9C82-4EFA-8620-20CDE50CD503}" type="presOf" srcId="{D82CEF03-CF7D-4465-89ED-58300D54C0D7}" destId="{F38508C3-844D-48FF-ADCB-38703654D044}" srcOrd="0" destOrd="0" presId="urn:microsoft.com/office/officeart/2018/2/layout/IconCircleList"/>
    <dgm:cxn modelId="{1CF6429B-5B99-4742-8C14-867AA568F529}" type="presOf" srcId="{890373BC-4F6C-4AD9-BF56-85AF4A59FC6F}" destId="{92EE16D6-84C6-4C90-B667-115781FC5489}" srcOrd="0" destOrd="0" presId="urn:microsoft.com/office/officeart/2018/2/layout/IconCircleList"/>
    <dgm:cxn modelId="{5D3EE0F9-88C8-43D9-94F4-C3856A2B081B}" srcId="{7A55CCFC-CE8D-441E-A233-F1D65B85C2A4}" destId="{1DD9BA1E-C8C2-4653-8D1A-684A92E911E9}" srcOrd="3" destOrd="0" parTransId="{A3AAD02B-32F5-4618-A0F2-BE870E477E29}" sibTransId="{BC818B4A-8D55-484B-BCB2-A91226E60155}"/>
    <dgm:cxn modelId="{CBFE7926-AB9B-4700-990D-C7D5B69BE16C}" type="presParOf" srcId="{5F07058A-D5D9-4A38-8FCE-F93D8275857E}" destId="{70EEE4EE-B917-452A-8B64-1ECFC98D668C}" srcOrd="0" destOrd="0" presId="urn:microsoft.com/office/officeart/2018/2/layout/IconCircleList"/>
    <dgm:cxn modelId="{6275248C-48CE-4E3E-95D0-84E7674E2BE0}" type="presParOf" srcId="{70EEE4EE-B917-452A-8B64-1ECFC98D668C}" destId="{DA9E4B0E-96D2-4F56-BCEC-A49C99D011E3}" srcOrd="0" destOrd="0" presId="urn:microsoft.com/office/officeart/2018/2/layout/IconCircleList"/>
    <dgm:cxn modelId="{D9EF1D86-9313-43A5-92E4-B24DFA7E4B5C}" type="presParOf" srcId="{DA9E4B0E-96D2-4F56-BCEC-A49C99D011E3}" destId="{A4F3B60D-045D-44E6-AAB2-A389FDAD4FB9}" srcOrd="0" destOrd="0" presId="urn:microsoft.com/office/officeart/2018/2/layout/IconCircleList"/>
    <dgm:cxn modelId="{73D61FBB-09B0-467E-9847-B0F3A41FACE9}" type="presParOf" srcId="{DA9E4B0E-96D2-4F56-BCEC-A49C99D011E3}" destId="{2A46B298-ED94-468B-B894-30E59E52D0C9}" srcOrd="1" destOrd="0" presId="urn:microsoft.com/office/officeart/2018/2/layout/IconCircleList"/>
    <dgm:cxn modelId="{753356EB-7292-42C6-ABAC-EBAE133BF8F1}" type="presParOf" srcId="{DA9E4B0E-96D2-4F56-BCEC-A49C99D011E3}" destId="{741C1E86-1F95-4750-B968-91687405F836}" srcOrd="2" destOrd="0" presId="urn:microsoft.com/office/officeart/2018/2/layout/IconCircleList"/>
    <dgm:cxn modelId="{0CDDCB41-27E3-4FAB-B563-975D2DB03426}" type="presParOf" srcId="{DA9E4B0E-96D2-4F56-BCEC-A49C99D011E3}" destId="{D005CE21-A630-49D3-ABA8-6D575F87E0FC}" srcOrd="3" destOrd="0" presId="urn:microsoft.com/office/officeart/2018/2/layout/IconCircleList"/>
    <dgm:cxn modelId="{8CF7BCB2-6C15-4595-8591-A2A155FF2503}" type="presParOf" srcId="{70EEE4EE-B917-452A-8B64-1ECFC98D668C}" destId="{BA0BE1F1-8BBF-4558-AE85-A23504F27B6D}" srcOrd="1" destOrd="0" presId="urn:microsoft.com/office/officeart/2018/2/layout/IconCircleList"/>
    <dgm:cxn modelId="{A78AEE71-BD00-419F-BC05-58C768277268}" type="presParOf" srcId="{70EEE4EE-B917-452A-8B64-1ECFC98D668C}" destId="{822062A9-594B-4AD8-A3C8-0C0F074AE3D0}" srcOrd="2" destOrd="0" presId="urn:microsoft.com/office/officeart/2018/2/layout/IconCircleList"/>
    <dgm:cxn modelId="{6C39C478-00CA-459F-8858-104D7CDB5FCF}" type="presParOf" srcId="{822062A9-594B-4AD8-A3C8-0C0F074AE3D0}" destId="{1EABBDBF-7596-428E-A52C-EC2913D7C8AA}" srcOrd="0" destOrd="0" presId="urn:microsoft.com/office/officeart/2018/2/layout/IconCircleList"/>
    <dgm:cxn modelId="{B2E48ADE-E9BA-4AD4-9D48-86D35069310B}" type="presParOf" srcId="{822062A9-594B-4AD8-A3C8-0C0F074AE3D0}" destId="{EE5A8779-63F3-43EF-9976-7E157263729E}" srcOrd="1" destOrd="0" presId="urn:microsoft.com/office/officeart/2018/2/layout/IconCircleList"/>
    <dgm:cxn modelId="{762481F5-03CC-4589-B859-7D474BF75700}" type="presParOf" srcId="{822062A9-594B-4AD8-A3C8-0C0F074AE3D0}" destId="{B335ADA8-BA72-4A05-B886-08671DA32155}" srcOrd="2" destOrd="0" presId="urn:microsoft.com/office/officeart/2018/2/layout/IconCircleList"/>
    <dgm:cxn modelId="{15743C3B-124F-4D96-B46E-B761EC0AEF14}" type="presParOf" srcId="{822062A9-594B-4AD8-A3C8-0C0F074AE3D0}" destId="{F38508C3-844D-48FF-ADCB-38703654D044}" srcOrd="3" destOrd="0" presId="urn:microsoft.com/office/officeart/2018/2/layout/IconCircleList"/>
    <dgm:cxn modelId="{6F262B03-636A-4C58-A75D-1F11580714BF}" type="presParOf" srcId="{70EEE4EE-B917-452A-8B64-1ECFC98D668C}" destId="{92EE16D6-84C6-4C90-B667-115781FC5489}" srcOrd="3" destOrd="0" presId="urn:microsoft.com/office/officeart/2018/2/layout/IconCircleList"/>
    <dgm:cxn modelId="{36181AF5-8391-4997-8A6C-20291F02A47B}" type="presParOf" srcId="{70EEE4EE-B917-452A-8B64-1ECFC98D668C}" destId="{3B34BEB4-4CC3-4C85-85FF-5902C6FF0024}" srcOrd="4" destOrd="0" presId="urn:microsoft.com/office/officeart/2018/2/layout/IconCircleList"/>
    <dgm:cxn modelId="{E31F2D13-3DCD-46E5-9E3A-E0F75BF8A8B4}" type="presParOf" srcId="{3B34BEB4-4CC3-4C85-85FF-5902C6FF0024}" destId="{9ECA8E58-D498-43E0-A559-0DD4450DE5BB}" srcOrd="0" destOrd="0" presId="urn:microsoft.com/office/officeart/2018/2/layout/IconCircleList"/>
    <dgm:cxn modelId="{6464CA13-47A3-4C5F-8F6C-3FCFA073857F}" type="presParOf" srcId="{3B34BEB4-4CC3-4C85-85FF-5902C6FF0024}" destId="{03BDA4E7-15E7-423E-A094-E4CB0129D8A9}" srcOrd="1" destOrd="0" presId="urn:microsoft.com/office/officeart/2018/2/layout/IconCircleList"/>
    <dgm:cxn modelId="{13938629-D8E6-45B3-A0E0-F76AAB2EA2E7}" type="presParOf" srcId="{3B34BEB4-4CC3-4C85-85FF-5902C6FF0024}" destId="{B49C792B-E869-49C4-9B92-7329630113EB}" srcOrd="2" destOrd="0" presId="urn:microsoft.com/office/officeart/2018/2/layout/IconCircleList"/>
    <dgm:cxn modelId="{563073B8-7CFF-42F3-9546-C249A65141F0}" type="presParOf" srcId="{3B34BEB4-4CC3-4C85-85FF-5902C6FF0024}" destId="{7B8AB6CB-ADB6-4CCA-81AC-0B61BFB8D73A}" srcOrd="3" destOrd="0" presId="urn:microsoft.com/office/officeart/2018/2/layout/IconCircleList"/>
    <dgm:cxn modelId="{2A42B5A5-F087-44A7-9C7A-C7CA5558EB70}" type="presParOf" srcId="{70EEE4EE-B917-452A-8B64-1ECFC98D668C}" destId="{E0402E95-826B-4767-8F2A-4F049DDE5CF0}" srcOrd="5" destOrd="0" presId="urn:microsoft.com/office/officeart/2018/2/layout/IconCircleList"/>
    <dgm:cxn modelId="{8137A415-E141-46DB-8920-10332E6061C3}" type="presParOf" srcId="{70EEE4EE-B917-452A-8B64-1ECFC98D668C}" destId="{11401A18-9422-4C83-AFDE-CA3226903A28}" srcOrd="6" destOrd="0" presId="urn:microsoft.com/office/officeart/2018/2/layout/IconCircleList"/>
    <dgm:cxn modelId="{46C083D7-18AB-4742-A6D4-3930C45B38A8}" type="presParOf" srcId="{11401A18-9422-4C83-AFDE-CA3226903A28}" destId="{732124E3-32A2-4F14-AC9E-D5DEF94245F3}" srcOrd="0" destOrd="0" presId="urn:microsoft.com/office/officeart/2018/2/layout/IconCircleList"/>
    <dgm:cxn modelId="{F6A26283-2D3F-474C-A169-0A432D011ED5}" type="presParOf" srcId="{11401A18-9422-4C83-AFDE-CA3226903A28}" destId="{81012823-28AC-47D5-8313-DAC430FDDAEC}" srcOrd="1" destOrd="0" presId="urn:microsoft.com/office/officeart/2018/2/layout/IconCircleList"/>
    <dgm:cxn modelId="{FB34C6A5-AE20-4A2F-A506-3502F9E7A643}" type="presParOf" srcId="{11401A18-9422-4C83-AFDE-CA3226903A28}" destId="{02DC5DEC-8729-4E9C-AF5E-0322850199B8}" srcOrd="2" destOrd="0" presId="urn:microsoft.com/office/officeart/2018/2/layout/IconCircleList"/>
    <dgm:cxn modelId="{F4F44123-775C-49ED-BA86-6732B19374BA}" type="presParOf" srcId="{11401A18-9422-4C83-AFDE-CA3226903A28}" destId="{49441289-8FF1-47AB-8DF4-24C563EB39C3}"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C7150EC-27A0-4B76-B3F7-006672E73018}"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4E473A48-84F9-4AE5-8B9C-6EE971D7C0FD}">
      <dgm:prSet/>
      <dgm:spPr/>
      <dgm:t>
        <a:bodyPr/>
        <a:lstStyle/>
        <a:p>
          <a:pPr>
            <a:lnSpc>
              <a:spcPct val="100000"/>
            </a:lnSpc>
          </a:pPr>
          <a:r>
            <a:rPr lang="en-US" b="0" i="0"/>
            <a:t>Frontend (React.js): The user interface is designed with React.js, allowing users to interact with the platform, set objectives, make donations, and track their progress.</a:t>
          </a:r>
          <a:endParaRPr lang="en-US"/>
        </a:p>
      </dgm:t>
    </dgm:pt>
    <dgm:pt modelId="{F4470484-494A-4939-8778-4EC81144CA12}" type="parTrans" cxnId="{91A7F769-2EC8-453A-98A2-518CDF01A27C}">
      <dgm:prSet/>
      <dgm:spPr/>
      <dgm:t>
        <a:bodyPr/>
        <a:lstStyle/>
        <a:p>
          <a:endParaRPr lang="en-US"/>
        </a:p>
      </dgm:t>
    </dgm:pt>
    <dgm:pt modelId="{6806DEC4-C58A-41EB-94EC-922A4AA0419C}" type="sibTrans" cxnId="{91A7F769-2EC8-453A-98A2-518CDF01A27C}">
      <dgm:prSet/>
      <dgm:spPr/>
      <dgm:t>
        <a:bodyPr/>
        <a:lstStyle/>
        <a:p>
          <a:pPr>
            <a:lnSpc>
              <a:spcPct val="100000"/>
            </a:lnSpc>
          </a:pPr>
          <a:endParaRPr lang="en-US"/>
        </a:p>
      </dgm:t>
    </dgm:pt>
    <dgm:pt modelId="{8222757D-2F1D-40FD-AB5F-41398912AEBE}">
      <dgm:prSet/>
      <dgm:spPr/>
      <dgm:t>
        <a:bodyPr/>
        <a:lstStyle/>
        <a:p>
          <a:pPr>
            <a:lnSpc>
              <a:spcPct val="100000"/>
            </a:lnSpc>
          </a:pPr>
          <a:r>
            <a:rPr lang="en-US" b="0" i="0"/>
            <a:t>Web3.js Integration: The frontend links to the Ethereum blockchain via the Web3.js library, allowing for interaction with smart contracts.</a:t>
          </a:r>
          <a:endParaRPr lang="en-US"/>
        </a:p>
      </dgm:t>
    </dgm:pt>
    <dgm:pt modelId="{306B8F94-B6EA-4907-9D2F-951A81E3D046}" type="parTrans" cxnId="{59A7A450-D3B9-4FC2-A51D-8ACE2E31D166}">
      <dgm:prSet/>
      <dgm:spPr/>
      <dgm:t>
        <a:bodyPr/>
        <a:lstStyle/>
        <a:p>
          <a:endParaRPr lang="en-US"/>
        </a:p>
      </dgm:t>
    </dgm:pt>
    <dgm:pt modelId="{7D080ABE-AC88-4897-A70B-D1C98CCC4B91}" type="sibTrans" cxnId="{59A7A450-D3B9-4FC2-A51D-8ACE2E31D166}">
      <dgm:prSet/>
      <dgm:spPr/>
      <dgm:t>
        <a:bodyPr/>
        <a:lstStyle/>
        <a:p>
          <a:pPr>
            <a:lnSpc>
              <a:spcPct val="100000"/>
            </a:lnSpc>
          </a:pPr>
          <a:endParaRPr lang="en-US"/>
        </a:p>
      </dgm:t>
    </dgm:pt>
    <dgm:pt modelId="{7D58B878-2155-49BC-AB9B-188A451B55B8}">
      <dgm:prSet/>
      <dgm:spPr/>
      <dgm:t>
        <a:bodyPr/>
        <a:lstStyle/>
        <a:p>
          <a:pPr>
            <a:lnSpc>
              <a:spcPct val="100000"/>
            </a:lnSpc>
          </a:pPr>
          <a:r>
            <a:rPr lang="en-US" b="0" i="0"/>
            <a:t>Smart Contract (Solidity): A Solidity-based smart contract handles the backend logic. The contract stores charity goals, organizes donations, and processes fund withdrawals.</a:t>
          </a:r>
          <a:endParaRPr lang="en-US"/>
        </a:p>
      </dgm:t>
    </dgm:pt>
    <dgm:pt modelId="{9D014D7B-341D-4BD8-AB40-BEF66BCBDB32}" type="parTrans" cxnId="{A00B12B3-EA49-4FF0-9B52-B77502931C65}">
      <dgm:prSet/>
      <dgm:spPr/>
      <dgm:t>
        <a:bodyPr/>
        <a:lstStyle/>
        <a:p>
          <a:endParaRPr lang="en-US"/>
        </a:p>
      </dgm:t>
    </dgm:pt>
    <dgm:pt modelId="{D9BBD014-EC81-4AED-B2F7-EC54F46AD0A0}" type="sibTrans" cxnId="{A00B12B3-EA49-4FF0-9B52-B77502931C65}">
      <dgm:prSet/>
      <dgm:spPr/>
      <dgm:t>
        <a:bodyPr/>
        <a:lstStyle/>
        <a:p>
          <a:pPr>
            <a:lnSpc>
              <a:spcPct val="100000"/>
            </a:lnSpc>
          </a:pPr>
          <a:endParaRPr lang="en-US"/>
        </a:p>
      </dgm:t>
    </dgm:pt>
    <dgm:pt modelId="{0FF1FB70-CBD9-4F75-A4DF-678C9E26EA16}">
      <dgm:prSet/>
      <dgm:spPr/>
      <dgm:t>
        <a:bodyPr/>
        <a:lstStyle/>
        <a:p>
          <a:pPr>
            <a:lnSpc>
              <a:spcPct val="100000"/>
            </a:lnSpc>
          </a:pPr>
          <a:r>
            <a:rPr lang="en-US" b="0" i="0"/>
            <a:t>Blockchain (Ethereum Test Network): All transactions are recorded on the Ethereum blockchain (for example, via Goerli or a local Hardhat network), assuring immutability and transparency.</a:t>
          </a:r>
          <a:endParaRPr lang="en-US"/>
        </a:p>
      </dgm:t>
    </dgm:pt>
    <dgm:pt modelId="{20E03D33-AA35-4361-A5F1-7B60B63D62CD}" type="parTrans" cxnId="{B1D76D0E-5690-44C8-9032-D56CD1BDC81F}">
      <dgm:prSet/>
      <dgm:spPr/>
      <dgm:t>
        <a:bodyPr/>
        <a:lstStyle/>
        <a:p>
          <a:endParaRPr lang="en-US"/>
        </a:p>
      </dgm:t>
    </dgm:pt>
    <dgm:pt modelId="{44AE5748-AFF5-4584-B3FC-8041D543CB99}" type="sibTrans" cxnId="{B1D76D0E-5690-44C8-9032-D56CD1BDC81F}">
      <dgm:prSet/>
      <dgm:spPr/>
      <dgm:t>
        <a:bodyPr/>
        <a:lstStyle/>
        <a:p>
          <a:pPr>
            <a:lnSpc>
              <a:spcPct val="100000"/>
            </a:lnSpc>
          </a:pPr>
          <a:endParaRPr lang="en-US"/>
        </a:p>
      </dgm:t>
    </dgm:pt>
    <dgm:pt modelId="{D7918082-FECC-40C0-849F-854D49D1AB2A}">
      <dgm:prSet/>
      <dgm:spPr/>
      <dgm:t>
        <a:bodyPr/>
        <a:lstStyle/>
        <a:p>
          <a:pPr>
            <a:lnSpc>
              <a:spcPct val="100000"/>
            </a:lnSpc>
          </a:pPr>
          <a:r>
            <a:rPr lang="en-US" b="0" i="0"/>
            <a:t>MetaMask Wallet: Users connect their MetaMask wallet to the platform to ensure safe transactions and authentication.</a:t>
          </a:r>
          <a:endParaRPr lang="en-US"/>
        </a:p>
      </dgm:t>
    </dgm:pt>
    <dgm:pt modelId="{AF561C3D-69C0-48B7-A2A5-EC2CE7D73B9D}" type="parTrans" cxnId="{180D681B-0EF4-413C-87A8-56424313A8DD}">
      <dgm:prSet/>
      <dgm:spPr/>
      <dgm:t>
        <a:bodyPr/>
        <a:lstStyle/>
        <a:p>
          <a:endParaRPr lang="en-US"/>
        </a:p>
      </dgm:t>
    </dgm:pt>
    <dgm:pt modelId="{EA183D2B-A2E1-4889-9502-F08740D0057D}" type="sibTrans" cxnId="{180D681B-0EF4-413C-87A8-56424313A8DD}">
      <dgm:prSet/>
      <dgm:spPr/>
      <dgm:t>
        <a:bodyPr/>
        <a:lstStyle/>
        <a:p>
          <a:endParaRPr lang="en-US"/>
        </a:p>
      </dgm:t>
    </dgm:pt>
    <dgm:pt modelId="{2D758920-E0BD-407C-BFA1-A7E6098AB024}" type="pres">
      <dgm:prSet presAssocID="{0C7150EC-27A0-4B76-B3F7-006672E73018}" presName="root" presStyleCnt="0">
        <dgm:presLayoutVars>
          <dgm:dir/>
          <dgm:resizeHandles val="exact"/>
        </dgm:presLayoutVars>
      </dgm:prSet>
      <dgm:spPr/>
    </dgm:pt>
    <dgm:pt modelId="{537BF959-5BFF-41CB-B646-4F310EE88B06}" type="pres">
      <dgm:prSet presAssocID="{4E473A48-84F9-4AE5-8B9C-6EE971D7C0FD}" presName="compNode" presStyleCnt="0"/>
      <dgm:spPr/>
    </dgm:pt>
    <dgm:pt modelId="{2B38FF4C-FAEB-4D25-A34D-0DEBEAACCDB7}" type="pres">
      <dgm:prSet presAssocID="{4E473A48-84F9-4AE5-8B9C-6EE971D7C0F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Web Design"/>
        </a:ext>
      </dgm:extLst>
    </dgm:pt>
    <dgm:pt modelId="{DA12263E-CFA6-4223-9F76-C25EB491688F}" type="pres">
      <dgm:prSet presAssocID="{4E473A48-84F9-4AE5-8B9C-6EE971D7C0FD}" presName="spaceRect" presStyleCnt="0"/>
      <dgm:spPr/>
    </dgm:pt>
    <dgm:pt modelId="{780FE6C2-69FC-4694-998A-452466D4E916}" type="pres">
      <dgm:prSet presAssocID="{4E473A48-84F9-4AE5-8B9C-6EE971D7C0FD}" presName="textRect" presStyleLbl="revTx" presStyleIdx="0" presStyleCnt="5">
        <dgm:presLayoutVars>
          <dgm:chMax val="1"/>
          <dgm:chPref val="1"/>
        </dgm:presLayoutVars>
      </dgm:prSet>
      <dgm:spPr/>
    </dgm:pt>
    <dgm:pt modelId="{2DFA5C5C-C0DF-4335-AD68-E48B8162985F}" type="pres">
      <dgm:prSet presAssocID="{6806DEC4-C58A-41EB-94EC-922A4AA0419C}" presName="sibTrans" presStyleCnt="0"/>
      <dgm:spPr/>
    </dgm:pt>
    <dgm:pt modelId="{15ACD6E5-9F47-4915-B179-EDAA2B3ECEC8}" type="pres">
      <dgm:prSet presAssocID="{8222757D-2F1D-40FD-AB5F-41398912AEBE}" presName="compNode" presStyleCnt="0"/>
      <dgm:spPr/>
    </dgm:pt>
    <dgm:pt modelId="{A197F648-C9CA-4D03-BE32-233505CCE713}" type="pres">
      <dgm:prSet presAssocID="{8222757D-2F1D-40FD-AB5F-41398912AEBE}"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Link"/>
        </a:ext>
      </dgm:extLst>
    </dgm:pt>
    <dgm:pt modelId="{C94FBCA6-5E9B-40FE-B47D-7F8FF1D44C18}" type="pres">
      <dgm:prSet presAssocID="{8222757D-2F1D-40FD-AB5F-41398912AEBE}" presName="spaceRect" presStyleCnt="0"/>
      <dgm:spPr/>
    </dgm:pt>
    <dgm:pt modelId="{A1562106-DF0D-4CA1-A9BC-813CF2C2B248}" type="pres">
      <dgm:prSet presAssocID="{8222757D-2F1D-40FD-AB5F-41398912AEBE}" presName="textRect" presStyleLbl="revTx" presStyleIdx="1" presStyleCnt="5">
        <dgm:presLayoutVars>
          <dgm:chMax val="1"/>
          <dgm:chPref val="1"/>
        </dgm:presLayoutVars>
      </dgm:prSet>
      <dgm:spPr/>
    </dgm:pt>
    <dgm:pt modelId="{54F7C355-EF51-422E-8165-366D1E661CA7}" type="pres">
      <dgm:prSet presAssocID="{7D080ABE-AC88-4897-A70B-D1C98CCC4B91}" presName="sibTrans" presStyleCnt="0"/>
      <dgm:spPr/>
    </dgm:pt>
    <dgm:pt modelId="{1016C9E8-58B8-4827-A973-5C2BECADD8CE}" type="pres">
      <dgm:prSet presAssocID="{7D58B878-2155-49BC-AB9B-188A451B55B8}" presName="compNode" presStyleCnt="0"/>
      <dgm:spPr/>
    </dgm:pt>
    <dgm:pt modelId="{66F03702-69C1-49BA-A656-BB95F575B3AC}" type="pres">
      <dgm:prSet presAssocID="{7D58B878-2155-49BC-AB9B-188A451B55B8}"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0BDDC3AC-1D58-420B-881A-E0FC90262A4C}" type="pres">
      <dgm:prSet presAssocID="{7D58B878-2155-49BC-AB9B-188A451B55B8}" presName="spaceRect" presStyleCnt="0"/>
      <dgm:spPr/>
    </dgm:pt>
    <dgm:pt modelId="{3A69864F-59DA-41E1-B596-0EE587085554}" type="pres">
      <dgm:prSet presAssocID="{7D58B878-2155-49BC-AB9B-188A451B55B8}" presName="textRect" presStyleLbl="revTx" presStyleIdx="2" presStyleCnt="5">
        <dgm:presLayoutVars>
          <dgm:chMax val="1"/>
          <dgm:chPref val="1"/>
        </dgm:presLayoutVars>
      </dgm:prSet>
      <dgm:spPr/>
    </dgm:pt>
    <dgm:pt modelId="{8078C332-2218-495B-A7E7-6A76C16CED74}" type="pres">
      <dgm:prSet presAssocID="{D9BBD014-EC81-4AED-B2F7-EC54F46AD0A0}" presName="sibTrans" presStyleCnt="0"/>
      <dgm:spPr/>
    </dgm:pt>
    <dgm:pt modelId="{BEEFBE98-4DA1-42E0-B6E3-E4883A4B0477}" type="pres">
      <dgm:prSet presAssocID="{0FF1FB70-CBD9-4F75-A4DF-678C9E26EA16}" presName="compNode" presStyleCnt="0"/>
      <dgm:spPr/>
    </dgm:pt>
    <dgm:pt modelId="{74DCC0D0-D551-44DB-99E3-526EE44AA62C}" type="pres">
      <dgm:prSet presAssocID="{0FF1FB70-CBD9-4F75-A4DF-678C9E26EA1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itcoin"/>
        </a:ext>
      </dgm:extLst>
    </dgm:pt>
    <dgm:pt modelId="{A2309F12-7382-42D1-9456-84D637CA4103}" type="pres">
      <dgm:prSet presAssocID="{0FF1FB70-CBD9-4F75-A4DF-678C9E26EA16}" presName="spaceRect" presStyleCnt="0"/>
      <dgm:spPr/>
    </dgm:pt>
    <dgm:pt modelId="{030D6AB0-2C36-41D7-B84E-98EF347D5F3C}" type="pres">
      <dgm:prSet presAssocID="{0FF1FB70-CBD9-4F75-A4DF-678C9E26EA16}" presName="textRect" presStyleLbl="revTx" presStyleIdx="3" presStyleCnt="5">
        <dgm:presLayoutVars>
          <dgm:chMax val="1"/>
          <dgm:chPref val="1"/>
        </dgm:presLayoutVars>
      </dgm:prSet>
      <dgm:spPr/>
    </dgm:pt>
    <dgm:pt modelId="{5D6C74F8-C54F-478A-AD8A-8743172FFD65}" type="pres">
      <dgm:prSet presAssocID="{44AE5748-AFF5-4584-B3FC-8041D543CB99}" presName="sibTrans" presStyleCnt="0"/>
      <dgm:spPr/>
    </dgm:pt>
    <dgm:pt modelId="{DB2A893D-4CCE-4E92-A192-559014ADB716}" type="pres">
      <dgm:prSet presAssocID="{D7918082-FECC-40C0-849F-854D49D1AB2A}" presName="compNode" presStyleCnt="0"/>
      <dgm:spPr/>
    </dgm:pt>
    <dgm:pt modelId="{F2B4078B-4918-4D51-95FD-D8761970AF0E}" type="pres">
      <dgm:prSet presAssocID="{D7918082-FECC-40C0-849F-854D49D1AB2A}"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Wallet"/>
        </a:ext>
      </dgm:extLst>
    </dgm:pt>
    <dgm:pt modelId="{258FC1F1-FFD2-4E38-AB43-D5B02EE931DE}" type="pres">
      <dgm:prSet presAssocID="{D7918082-FECC-40C0-849F-854D49D1AB2A}" presName="spaceRect" presStyleCnt="0"/>
      <dgm:spPr/>
    </dgm:pt>
    <dgm:pt modelId="{1B060AE6-154E-4093-8D6B-9310CF27399F}" type="pres">
      <dgm:prSet presAssocID="{D7918082-FECC-40C0-849F-854D49D1AB2A}" presName="textRect" presStyleLbl="revTx" presStyleIdx="4" presStyleCnt="5">
        <dgm:presLayoutVars>
          <dgm:chMax val="1"/>
          <dgm:chPref val="1"/>
        </dgm:presLayoutVars>
      </dgm:prSet>
      <dgm:spPr/>
    </dgm:pt>
  </dgm:ptLst>
  <dgm:cxnLst>
    <dgm:cxn modelId="{32E0B905-33CE-EA49-A7A4-C00161EEAB39}" type="presOf" srcId="{7D58B878-2155-49BC-AB9B-188A451B55B8}" destId="{3A69864F-59DA-41E1-B596-0EE587085554}" srcOrd="0" destOrd="0" presId="urn:microsoft.com/office/officeart/2018/2/layout/IconLabelList"/>
    <dgm:cxn modelId="{B1D76D0E-5690-44C8-9032-D56CD1BDC81F}" srcId="{0C7150EC-27A0-4B76-B3F7-006672E73018}" destId="{0FF1FB70-CBD9-4F75-A4DF-678C9E26EA16}" srcOrd="3" destOrd="0" parTransId="{20E03D33-AA35-4361-A5F1-7B60B63D62CD}" sibTransId="{44AE5748-AFF5-4584-B3FC-8041D543CB99}"/>
    <dgm:cxn modelId="{180D681B-0EF4-413C-87A8-56424313A8DD}" srcId="{0C7150EC-27A0-4B76-B3F7-006672E73018}" destId="{D7918082-FECC-40C0-849F-854D49D1AB2A}" srcOrd="4" destOrd="0" parTransId="{AF561C3D-69C0-48B7-A2A5-EC2CE7D73B9D}" sibTransId="{EA183D2B-A2E1-4889-9502-F08740D0057D}"/>
    <dgm:cxn modelId="{D8A0902A-1CD0-D140-87B1-0555ED27E2D9}" type="presOf" srcId="{8222757D-2F1D-40FD-AB5F-41398912AEBE}" destId="{A1562106-DF0D-4CA1-A9BC-813CF2C2B248}" srcOrd="0" destOrd="0" presId="urn:microsoft.com/office/officeart/2018/2/layout/IconLabelList"/>
    <dgm:cxn modelId="{ECEEAC2D-905B-2648-ACE8-DD545DB54BD2}" type="presOf" srcId="{0C7150EC-27A0-4B76-B3F7-006672E73018}" destId="{2D758920-E0BD-407C-BFA1-A7E6098AB024}" srcOrd="0" destOrd="0" presId="urn:microsoft.com/office/officeart/2018/2/layout/IconLabelList"/>
    <dgm:cxn modelId="{59A7A450-D3B9-4FC2-A51D-8ACE2E31D166}" srcId="{0C7150EC-27A0-4B76-B3F7-006672E73018}" destId="{8222757D-2F1D-40FD-AB5F-41398912AEBE}" srcOrd="1" destOrd="0" parTransId="{306B8F94-B6EA-4907-9D2F-951A81E3D046}" sibTransId="{7D080ABE-AC88-4897-A70B-D1C98CCC4B91}"/>
    <dgm:cxn modelId="{91A7F769-2EC8-453A-98A2-518CDF01A27C}" srcId="{0C7150EC-27A0-4B76-B3F7-006672E73018}" destId="{4E473A48-84F9-4AE5-8B9C-6EE971D7C0FD}" srcOrd="0" destOrd="0" parTransId="{F4470484-494A-4939-8778-4EC81144CA12}" sibTransId="{6806DEC4-C58A-41EB-94EC-922A4AA0419C}"/>
    <dgm:cxn modelId="{A00B12B3-EA49-4FF0-9B52-B77502931C65}" srcId="{0C7150EC-27A0-4B76-B3F7-006672E73018}" destId="{7D58B878-2155-49BC-AB9B-188A451B55B8}" srcOrd="2" destOrd="0" parTransId="{9D014D7B-341D-4BD8-AB40-BEF66BCBDB32}" sibTransId="{D9BBD014-EC81-4AED-B2F7-EC54F46AD0A0}"/>
    <dgm:cxn modelId="{21B1B8C3-582B-514C-84E2-ACF19B202816}" type="presOf" srcId="{0FF1FB70-CBD9-4F75-A4DF-678C9E26EA16}" destId="{030D6AB0-2C36-41D7-B84E-98EF347D5F3C}" srcOrd="0" destOrd="0" presId="urn:microsoft.com/office/officeart/2018/2/layout/IconLabelList"/>
    <dgm:cxn modelId="{AF9AF4D3-C764-1A4B-AFF0-80A61BA66816}" type="presOf" srcId="{D7918082-FECC-40C0-849F-854D49D1AB2A}" destId="{1B060AE6-154E-4093-8D6B-9310CF27399F}" srcOrd="0" destOrd="0" presId="urn:microsoft.com/office/officeart/2018/2/layout/IconLabelList"/>
    <dgm:cxn modelId="{A6C400DD-ABDA-C64A-99D2-4E1625EAD522}" type="presOf" srcId="{4E473A48-84F9-4AE5-8B9C-6EE971D7C0FD}" destId="{780FE6C2-69FC-4694-998A-452466D4E916}" srcOrd="0" destOrd="0" presId="urn:microsoft.com/office/officeart/2018/2/layout/IconLabelList"/>
    <dgm:cxn modelId="{1E90C087-E374-7D4E-BA95-134D3FEADC10}" type="presParOf" srcId="{2D758920-E0BD-407C-BFA1-A7E6098AB024}" destId="{537BF959-5BFF-41CB-B646-4F310EE88B06}" srcOrd="0" destOrd="0" presId="urn:microsoft.com/office/officeart/2018/2/layout/IconLabelList"/>
    <dgm:cxn modelId="{D01DBA5A-6413-C14D-9596-C98A97031E7F}" type="presParOf" srcId="{537BF959-5BFF-41CB-B646-4F310EE88B06}" destId="{2B38FF4C-FAEB-4D25-A34D-0DEBEAACCDB7}" srcOrd="0" destOrd="0" presId="urn:microsoft.com/office/officeart/2018/2/layout/IconLabelList"/>
    <dgm:cxn modelId="{71897587-8F65-0243-8520-ADFC5B8B6EA1}" type="presParOf" srcId="{537BF959-5BFF-41CB-B646-4F310EE88B06}" destId="{DA12263E-CFA6-4223-9F76-C25EB491688F}" srcOrd="1" destOrd="0" presId="urn:microsoft.com/office/officeart/2018/2/layout/IconLabelList"/>
    <dgm:cxn modelId="{75911F39-5C35-4249-AB6D-EC6F3CF08358}" type="presParOf" srcId="{537BF959-5BFF-41CB-B646-4F310EE88B06}" destId="{780FE6C2-69FC-4694-998A-452466D4E916}" srcOrd="2" destOrd="0" presId="urn:microsoft.com/office/officeart/2018/2/layout/IconLabelList"/>
    <dgm:cxn modelId="{C1D9FC1A-8D29-7D45-96ED-C7065305AD49}" type="presParOf" srcId="{2D758920-E0BD-407C-BFA1-A7E6098AB024}" destId="{2DFA5C5C-C0DF-4335-AD68-E48B8162985F}" srcOrd="1" destOrd="0" presId="urn:microsoft.com/office/officeart/2018/2/layout/IconLabelList"/>
    <dgm:cxn modelId="{4BAE5469-4857-0048-9473-7CD9B7C49A57}" type="presParOf" srcId="{2D758920-E0BD-407C-BFA1-A7E6098AB024}" destId="{15ACD6E5-9F47-4915-B179-EDAA2B3ECEC8}" srcOrd="2" destOrd="0" presId="urn:microsoft.com/office/officeart/2018/2/layout/IconLabelList"/>
    <dgm:cxn modelId="{41D7BC97-A819-7D47-A601-8830031E0A53}" type="presParOf" srcId="{15ACD6E5-9F47-4915-B179-EDAA2B3ECEC8}" destId="{A197F648-C9CA-4D03-BE32-233505CCE713}" srcOrd="0" destOrd="0" presId="urn:microsoft.com/office/officeart/2018/2/layout/IconLabelList"/>
    <dgm:cxn modelId="{AA31B536-D7AE-D54B-9609-DBB58F41AE16}" type="presParOf" srcId="{15ACD6E5-9F47-4915-B179-EDAA2B3ECEC8}" destId="{C94FBCA6-5E9B-40FE-B47D-7F8FF1D44C18}" srcOrd="1" destOrd="0" presId="urn:microsoft.com/office/officeart/2018/2/layout/IconLabelList"/>
    <dgm:cxn modelId="{E3D7363E-DB3E-394F-9D31-AE4DBE4264CA}" type="presParOf" srcId="{15ACD6E5-9F47-4915-B179-EDAA2B3ECEC8}" destId="{A1562106-DF0D-4CA1-A9BC-813CF2C2B248}" srcOrd="2" destOrd="0" presId="urn:microsoft.com/office/officeart/2018/2/layout/IconLabelList"/>
    <dgm:cxn modelId="{CE1FC471-7EDD-C742-A514-78F9E6122B97}" type="presParOf" srcId="{2D758920-E0BD-407C-BFA1-A7E6098AB024}" destId="{54F7C355-EF51-422E-8165-366D1E661CA7}" srcOrd="3" destOrd="0" presId="urn:microsoft.com/office/officeart/2018/2/layout/IconLabelList"/>
    <dgm:cxn modelId="{84663582-FCAC-AE4B-A290-9AC98756B014}" type="presParOf" srcId="{2D758920-E0BD-407C-BFA1-A7E6098AB024}" destId="{1016C9E8-58B8-4827-A973-5C2BECADD8CE}" srcOrd="4" destOrd="0" presId="urn:microsoft.com/office/officeart/2018/2/layout/IconLabelList"/>
    <dgm:cxn modelId="{9D6400A6-E16A-E84D-800C-52A47BE00121}" type="presParOf" srcId="{1016C9E8-58B8-4827-A973-5C2BECADD8CE}" destId="{66F03702-69C1-49BA-A656-BB95F575B3AC}" srcOrd="0" destOrd="0" presId="urn:microsoft.com/office/officeart/2018/2/layout/IconLabelList"/>
    <dgm:cxn modelId="{C845A164-55C6-934D-BBC5-744466767107}" type="presParOf" srcId="{1016C9E8-58B8-4827-A973-5C2BECADD8CE}" destId="{0BDDC3AC-1D58-420B-881A-E0FC90262A4C}" srcOrd="1" destOrd="0" presId="urn:microsoft.com/office/officeart/2018/2/layout/IconLabelList"/>
    <dgm:cxn modelId="{8AB7A256-E255-AB41-A723-056475448702}" type="presParOf" srcId="{1016C9E8-58B8-4827-A973-5C2BECADD8CE}" destId="{3A69864F-59DA-41E1-B596-0EE587085554}" srcOrd="2" destOrd="0" presId="urn:microsoft.com/office/officeart/2018/2/layout/IconLabelList"/>
    <dgm:cxn modelId="{27EF4A62-E60E-AA44-B536-23FB0A8430AA}" type="presParOf" srcId="{2D758920-E0BD-407C-BFA1-A7E6098AB024}" destId="{8078C332-2218-495B-A7E7-6A76C16CED74}" srcOrd="5" destOrd="0" presId="urn:microsoft.com/office/officeart/2018/2/layout/IconLabelList"/>
    <dgm:cxn modelId="{79AA8754-6387-7046-A387-81D16874F2E1}" type="presParOf" srcId="{2D758920-E0BD-407C-BFA1-A7E6098AB024}" destId="{BEEFBE98-4DA1-42E0-B6E3-E4883A4B0477}" srcOrd="6" destOrd="0" presId="urn:microsoft.com/office/officeart/2018/2/layout/IconLabelList"/>
    <dgm:cxn modelId="{81B2CA65-EEDB-6242-B54B-A781385CFDA6}" type="presParOf" srcId="{BEEFBE98-4DA1-42E0-B6E3-E4883A4B0477}" destId="{74DCC0D0-D551-44DB-99E3-526EE44AA62C}" srcOrd="0" destOrd="0" presId="urn:microsoft.com/office/officeart/2018/2/layout/IconLabelList"/>
    <dgm:cxn modelId="{B7DF69E0-8380-3343-AE62-2CA2A397EACE}" type="presParOf" srcId="{BEEFBE98-4DA1-42E0-B6E3-E4883A4B0477}" destId="{A2309F12-7382-42D1-9456-84D637CA4103}" srcOrd="1" destOrd="0" presId="urn:microsoft.com/office/officeart/2018/2/layout/IconLabelList"/>
    <dgm:cxn modelId="{7D226004-2A30-FF47-96B5-378C47A0714D}" type="presParOf" srcId="{BEEFBE98-4DA1-42E0-B6E3-E4883A4B0477}" destId="{030D6AB0-2C36-41D7-B84E-98EF347D5F3C}" srcOrd="2" destOrd="0" presId="urn:microsoft.com/office/officeart/2018/2/layout/IconLabelList"/>
    <dgm:cxn modelId="{45F90363-BD4C-664B-9C4B-9D9DCACB3DEE}" type="presParOf" srcId="{2D758920-E0BD-407C-BFA1-A7E6098AB024}" destId="{5D6C74F8-C54F-478A-AD8A-8743172FFD65}" srcOrd="7" destOrd="0" presId="urn:microsoft.com/office/officeart/2018/2/layout/IconLabelList"/>
    <dgm:cxn modelId="{F401E757-5D16-A240-BEA7-74FB2391847C}" type="presParOf" srcId="{2D758920-E0BD-407C-BFA1-A7E6098AB024}" destId="{DB2A893D-4CCE-4E92-A192-559014ADB716}" srcOrd="8" destOrd="0" presId="urn:microsoft.com/office/officeart/2018/2/layout/IconLabelList"/>
    <dgm:cxn modelId="{699C5B84-D6D6-144C-A14F-F6535A1FEF95}" type="presParOf" srcId="{DB2A893D-4CCE-4E92-A192-559014ADB716}" destId="{F2B4078B-4918-4D51-95FD-D8761970AF0E}" srcOrd="0" destOrd="0" presId="urn:microsoft.com/office/officeart/2018/2/layout/IconLabelList"/>
    <dgm:cxn modelId="{AF2F86D7-8EE1-D749-96F4-2CE5AFA23065}" type="presParOf" srcId="{DB2A893D-4CCE-4E92-A192-559014ADB716}" destId="{258FC1F1-FFD2-4E38-AB43-D5B02EE931DE}" srcOrd="1" destOrd="0" presId="urn:microsoft.com/office/officeart/2018/2/layout/IconLabelList"/>
    <dgm:cxn modelId="{48ACE6BF-3BE5-9145-846E-DCC4D76A8B91}" type="presParOf" srcId="{DB2A893D-4CCE-4E92-A192-559014ADB716}" destId="{1B060AE6-154E-4093-8D6B-9310CF27399F}"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F3B60D-045D-44E6-AAB2-A389FDAD4FB9}">
      <dsp:nvSpPr>
        <dsp:cNvPr id="0" name=""/>
        <dsp:cNvSpPr/>
      </dsp:nvSpPr>
      <dsp:spPr>
        <a:xfrm>
          <a:off x="276718" y="43630"/>
          <a:ext cx="1369144" cy="136914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46B298-ED94-468B-B894-30E59E52D0C9}">
      <dsp:nvSpPr>
        <dsp:cNvPr id="0" name=""/>
        <dsp:cNvSpPr/>
      </dsp:nvSpPr>
      <dsp:spPr>
        <a:xfrm>
          <a:off x="564238" y="331150"/>
          <a:ext cx="794104" cy="79410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005CE21-A630-49D3-ABA8-6D575F87E0FC}">
      <dsp:nvSpPr>
        <dsp:cNvPr id="0" name=""/>
        <dsp:cNvSpPr/>
      </dsp:nvSpPr>
      <dsp:spPr>
        <a:xfrm>
          <a:off x="1939251" y="43630"/>
          <a:ext cx="3227270" cy="13691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en-US" sz="1600" b="0" i="0" kern="1200"/>
            <a:t>Transparency: Blockchain ensures that all transactions are publicly recorded, allowing contributors to monitor their contributions in real time.</a:t>
          </a:r>
          <a:endParaRPr lang="en-US" sz="1600" kern="1200"/>
        </a:p>
      </dsp:txBody>
      <dsp:txXfrm>
        <a:off x="1939251" y="43630"/>
        <a:ext cx="3227270" cy="1369144"/>
      </dsp:txXfrm>
    </dsp:sp>
    <dsp:sp modelId="{1EABBDBF-7596-428E-A52C-EC2913D7C8AA}">
      <dsp:nvSpPr>
        <dsp:cNvPr id="0" name=""/>
        <dsp:cNvSpPr/>
      </dsp:nvSpPr>
      <dsp:spPr>
        <a:xfrm>
          <a:off x="5728848" y="43630"/>
          <a:ext cx="1369144" cy="136914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5A8779-63F3-43EF-9976-7E157263729E}">
      <dsp:nvSpPr>
        <dsp:cNvPr id="0" name=""/>
        <dsp:cNvSpPr/>
      </dsp:nvSpPr>
      <dsp:spPr>
        <a:xfrm>
          <a:off x="6016369" y="331150"/>
          <a:ext cx="794104" cy="79410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F38508C3-844D-48FF-ADCB-38703654D044}">
      <dsp:nvSpPr>
        <dsp:cNvPr id="0" name=""/>
        <dsp:cNvSpPr/>
      </dsp:nvSpPr>
      <dsp:spPr>
        <a:xfrm>
          <a:off x="7391381" y="43630"/>
          <a:ext cx="3227270" cy="13691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en-US" sz="1600" b="0" i="0" kern="1200"/>
            <a:t>Security: Funds are handled securely via immutable smart contracts, which reduces the danger of fraud or manipulation.</a:t>
          </a:r>
          <a:endParaRPr lang="en-US" sz="1600" kern="1200"/>
        </a:p>
      </dsp:txBody>
      <dsp:txXfrm>
        <a:off x="7391381" y="43630"/>
        <a:ext cx="3227270" cy="1369144"/>
      </dsp:txXfrm>
    </dsp:sp>
    <dsp:sp modelId="{9ECA8E58-D498-43E0-A559-0DD4450DE5BB}">
      <dsp:nvSpPr>
        <dsp:cNvPr id="0" name=""/>
        <dsp:cNvSpPr/>
      </dsp:nvSpPr>
      <dsp:spPr>
        <a:xfrm>
          <a:off x="276718" y="1991502"/>
          <a:ext cx="1369144" cy="136914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3BDA4E7-15E7-423E-A094-E4CB0129D8A9}">
      <dsp:nvSpPr>
        <dsp:cNvPr id="0" name=""/>
        <dsp:cNvSpPr/>
      </dsp:nvSpPr>
      <dsp:spPr>
        <a:xfrm>
          <a:off x="564238" y="2279022"/>
          <a:ext cx="794104" cy="79410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B8AB6CB-ADB6-4CCA-81AC-0B61BFB8D73A}">
      <dsp:nvSpPr>
        <dsp:cNvPr id="0" name=""/>
        <dsp:cNvSpPr/>
      </dsp:nvSpPr>
      <dsp:spPr>
        <a:xfrm>
          <a:off x="1939251" y="1991502"/>
          <a:ext cx="3227270" cy="13691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en-US" sz="1600" b="0" i="0" kern="1200"/>
            <a:t>Trust : Eliminates intermediaries, allowing for direct connection between donors and charities and increasing confidence in resource allocation.</a:t>
          </a:r>
          <a:endParaRPr lang="en-US" sz="1600" kern="1200"/>
        </a:p>
      </dsp:txBody>
      <dsp:txXfrm>
        <a:off x="1939251" y="1991502"/>
        <a:ext cx="3227270" cy="1369144"/>
      </dsp:txXfrm>
    </dsp:sp>
    <dsp:sp modelId="{732124E3-32A2-4F14-AC9E-D5DEF94245F3}">
      <dsp:nvSpPr>
        <dsp:cNvPr id="0" name=""/>
        <dsp:cNvSpPr/>
      </dsp:nvSpPr>
      <dsp:spPr>
        <a:xfrm>
          <a:off x="5728848" y="1991502"/>
          <a:ext cx="1369144" cy="1369144"/>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012823-28AC-47D5-8313-DAC430FDDAEC}">
      <dsp:nvSpPr>
        <dsp:cNvPr id="0" name=""/>
        <dsp:cNvSpPr/>
      </dsp:nvSpPr>
      <dsp:spPr>
        <a:xfrm>
          <a:off x="6016369" y="2279022"/>
          <a:ext cx="794104" cy="79410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9441289-8FF1-47AB-8DF4-24C563EB39C3}">
      <dsp:nvSpPr>
        <dsp:cNvPr id="0" name=""/>
        <dsp:cNvSpPr/>
      </dsp:nvSpPr>
      <dsp:spPr>
        <a:xfrm>
          <a:off x="7391381" y="1991502"/>
          <a:ext cx="3227270" cy="13691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11200">
            <a:lnSpc>
              <a:spcPct val="90000"/>
            </a:lnSpc>
            <a:spcBef>
              <a:spcPct val="0"/>
            </a:spcBef>
            <a:spcAft>
              <a:spcPct val="35000"/>
            </a:spcAft>
            <a:buNone/>
          </a:pPr>
          <a:r>
            <a:rPr lang="en-US" sz="1600" b="0" i="0" kern="1200"/>
            <a:t>Efficiency: Automates operations such as goal development, donations, and fund withdrawals, resulting in less overhead and delays.</a:t>
          </a:r>
          <a:endParaRPr lang="en-US" sz="1600" kern="1200"/>
        </a:p>
      </dsp:txBody>
      <dsp:txXfrm>
        <a:off x="7391381" y="1991502"/>
        <a:ext cx="3227270" cy="13691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38FF4C-FAEB-4D25-A34D-0DEBEAACCDB7}">
      <dsp:nvSpPr>
        <dsp:cNvPr id="0" name=""/>
        <dsp:cNvSpPr/>
      </dsp:nvSpPr>
      <dsp:spPr>
        <a:xfrm>
          <a:off x="812684" y="416558"/>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80FE6C2-69FC-4694-998A-452466D4E916}">
      <dsp:nvSpPr>
        <dsp:cNvPr id="0" name=""/>
        <dsp:cNvSpPr/>
      </dsp:nvSpPr>
      <dsp:spPr>
        <a:xfrm>
          <a:off x="317684" y="1612537"/>
          <a:ext cx="1800000" cy="137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0" i="0" kern="1200"/>
            <a:t>Frontend (React.js): The user interface is designed with React.js, allowing users to interact with the platform, set objectives, make donations, and track their progress.</a:t>
          </a:r>
          <a:endParaRPr lang="en-US" sz="1100" kern="1200"/>
        </a:p>
      </dsp:txBody>
      <dsp:txXfrm>
        <a:off x="317684" y="1612537"/>
        <a:ext cx="1800000" cy="1375180"/>
      </dsp:txXfrm>
    </dsp:sp>
    <dsp:sp modelId="{A197F648-C9CA-4D03-BE32-233505CCE713}">
      <dsp:nvSpPr>
        <dsp:cNvPr id="0" name=""/>
        <dsp:cNvSpPr/>
      </dsp:nvSpPr>
      <dsp:spPr>
        <a:xfrm>
          <a:off x="2927684" y="416558"/>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1562106-DF0D-4CA1-A9BC-813CF2C2B248}">
      <dsp:nvSpPr>
        <dsp:cNvPr id="0" name=""/>
        <dsp:cNvSpPr/>
      </dsp:nvSpPr>
      <dsp:spPr>
        <a:xfrm>
          <a:off x="2432684" y="1612537"/>
          <a:ext cx="1800000" cy="137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0" i="0" kern="1200"/>
            <a:t>Web3.js Integration: The frontend links to the Ethereum blockchain via the Web3.js library, allowing for interaction with smart contracts.</a:t>
          </a:r>
          <a:endParaRPr lang="en-US" sz="1100" kern="1200"/>
        </a:p>
      </dsp:txBody>
      <dsp:txXfrm>
        <a:off x="2432684" y="1612537"/>
        <a:ext cx="1800000" cy="1375180"/>
      </dsp:txXfrm>
    </dsp:sp>
    <dsp:sp modelId="{66F03702-69C1-49BA-A656-BB95F575B3AC}">
      <dsp:nvSpPr>
        <dsp:cNvPr id="0" name=""/>
        <dsp:cNvSpPr/>
      </dsp:nvSpPr>
      <dsp:spPr>
        <a:xfrm>
          <a:off x="5042684" y="416558"/>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A69864F-59DA-41E1-B596-0EE587085554}">
      <dsp:nvSpPr>
        <dsp:cNvPr id="0" name=""/>
        <dsp:cNvSpPr/>
      </dsp:nvSpPr>
      <dsp:spPr>
        <a:xfrm>
          <a:off x="4547684" y="1612537"/>
          <a:ext cx="1800000" cy="137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0" i="0" kern="1200"/>
            <a:t>Smart Contract (Solidity): A Solidity-based smart contract handles the backend logic. The contract stores charity goals, organizes donations, and processes fund withdrawals.</a:t>
          </a:r>
          <a:endParaRPr lang="en-US" sz="1100" kern="1200"/>
        </a:p>
      </dsp:txBody>
      <dsp:txXfrm>
        <a:off x="4547684" y="1612537"/>
        <a:ext cx="1800000" cy="1375180"/>
      </dsp:txXfrm>
    </dsp:sp>
    <dsp:sp modelId="{74DCC0D0-D551-44DB-99E3-526EE44AA62C}">
      <dsp:nvSpPr>
        <dsp:cNvPr id="0" name=""/>
        <dsp:cNvSpPr/>
      </dsp:nvSpPr>
      <dsp:spPr>
        <a:xfrm>
          <a:off x="7157685" y="416558"/>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30D6AB0-2C36-41D7-B84E-98EF347D5F3C}">
      <dsp:nvSpPr>
        <dsp:cNvPr id="0" name=""/>
        <dsp:cNvSpPr/>
      </dsp:nvSpPr>
      <dsp:spPr>
        <a:xfrm>
          <a:off x="6662684" y="1612537"/>
          <a:ext cx="1800000" cy="137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0" i="0" kern="1200"/>
            <a:t>Blockchain (Ethereum Test Network): All transactions are recorded on the Ethereum blockchain (for example, via Goerli or a local Hardhat network), assuring immutability and transparency.</a:t>
          </a:r>
          <a:endParaRPr lang="en-US" sz="1100" kern="1200"/>
        </a:p>
      </dsp:txBody>
      <dsp:txXfrm>
        <a:off x="6662684" y="1612537"/>
        <a:ext cx="1800000" cy="1375180"/>
      </dsp:txXfrm>
    </dsp:sp>
    <dsp:sp modelId="{F2B4078B-4918-4D51-95FD-D8761970AF0E}">
      <dsp:nvSpPr>
        <dsp:cNvPr id="0" name=""/>
        <dsp:cNvSpPr/>
      </dsp:nvSpPr>
      <dsp:spPr>
        <a:xfrm>
          <a:off x="9272684" y="416558"/>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B060AE6-154E-4093-8D6B-9310CF27399F}">
      <dsp:nvSpPr>
        <dsp:cNvPr id="0" name=""/>
        <dsp:cNvSpPr/>
      </dsp:nvSpPr>
      <dsp:spPr>
        <a:xfrm>
          <a:off x="8777685" y="1612537"/>
          <a:ext cx="1800000" cy="137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0" i="0" kern="1200"/>
            <a:t>MetaMask Wallet: Users connect their MetaMask wallet to the platform to ensure safe transactions and authentication.</a:t>
          </a:r>
          <a:endParaRPr lang="en-US" sz="1100" kern="1200"/>
        </a:p>
      </dsp:txBody>
      <dsp:txXfrm>
        <a:off x="8777685" y="1612537"/>
        <a:ext cx="1800000" cy="1375180"/>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1246875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28152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628737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FB05345-684B-FE4D-BD5E-296A78E92205}" type="datetimeFigureOut">
              <a:rPr lang="en-US" smtClean="0"/>
              <a:t>12/9/24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617536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FB05345-684B-FE4D-BD5E-296A78E92205}" type="datetimeFigureOut">
              <a:rPr lang="en-US" smtClean="0"/>
              <a:t>12/9/24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7596642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414528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538637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7550479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FB05345-684B-FE4D-BD5E-296A78E92205}" type="datetimeFigureOut">
              <a:rPr lang="en-US" smtClean="0"/>
              <a:t>12/9/24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6211355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FB05345-684B-FE4D-BD5E-296A78E92205}" type="datetimeFigureOut">
              <a:rPr lang="en-US" smtClean="0"/>
              <a:t>12/9/24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622485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218692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13086091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5162442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8526154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36235650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10384147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B05345-684B-FE4D-BD5E-296A78E92205}" type="datetimeFigureOut">
              <a:rPr lang="en-US" smtClean="0"/>
              <a:t>12/9/24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8E53B16-A382-5C4D-BC1C-C23A6998A97E}" type="slidenum">
              <a:rPr lang="en-US" smtClean="0"/>
              <a:t>‹#›</a:t>
            </a:fld>
            <a:endParaRPr lang="en-US"/>
          </a:p>
        </p:txBody>
      </p:sp>
    </p:spTree>
    <p:extLst>
      <p:ext uri="{BB962C8B-B14F-4D97-AF65-F5344CB8AC3E}">
        <p14:creationId xmlns:p14="http://schemas.microsoft.com/office/powerpoint/2010/main" val="2436713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DFB05345-684B-FE4D-BD5E-296A78E92205}" type="datetimeFigureOut">
              <a:rPr lang="en-US" smtClean="0"/>
              <a:t>12/9/24</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A8E53B16-A382-5C4D-BC1C-C23A6998A97E}" type="slidenum">
              <a:rPr lang="en-US" smtClean="0"/>
              <a:t>‹#›</a:t>
            </a:fld>
            <a:endParaRPr lang="en-US"/>
          </a:p>
        </p:txBody>
      </p:sp>
    </p:spTree>
    <p:extLst>
      <p:ext uri="{BB962C8B-B14F-4D97-AF65-F5344CB8AC3E}">
        <p14:creationId xmlns:p14="http://schemas.microsoft.com/office/powerpoint/2010/main" val="1971541698"/>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sr2001/donation-platform" TargetMode="External"/><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7000"/>
                <a:hueMod val="88000"/>
                <a:satMod val="130000"/>
                <a:lumMod val="124000"/>
              </a:schemeClr>
            </a:gs>
            <a:gs pos="100000">
              <a:schemeClr val="bg2">
                <a:tint val="96000"/>
                <a:shade val="88000"/>
                <a:hueMod val="108000"/>
                <a:satMod val="164000"/>
                <a:lumMod val="76000"/>
              </a:schemeClr>
            </a:gs>
          </a:gsLst>
          <a:path path="circle">
            <a:fillToRect l="45000" t="65000" r="125000" b="100000"/>
          </a:path>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E27238C-8EAF-4098-86E6-7723B7DAE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solidFill>
            <a:schemeClr val="tx2"/>
          </a:solidFill>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3" name="Freeform 36">
            <a:extLst>
              <a:ext uri="{FF2B5EF4-FFF2-40B4-BE49-F238E27FC236}">
                <a16:creationId xmlns:a16="http://schemas.microsoft.com/office/drawing/2014/main" id="{992F97B1-1891-4FCC-9E5F-BA97EDB48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351010"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2">
              <a:lumMod val="60000"/>
              <a:lumOff val="40000"/>
              <a:alpha val="20000"/>
            </a:schemeClr>
          </a:solidFill>
          <a:ln>
            <a:noFill/>
          </a:ln>
        </p:spPr>
        <p:txBody>
          <a:bodyPr rtlCol="0" anchor="ctr"/>
          <a:lstStyle/>
          <a:p>
            <a:pPr algn="ctr"/>
            <a:endParaRPr lang="en-US"/>
          </a:p>
        </p:txBody>
      </p:sp>
      <p:sp useBgFill="1">
        <p:nvSpPr>
          <p:cNvPr id="12" name="Freeform: Shape 11">
            <a:extLst>
              <a:ext uri="{FF2B5EF4-FFF2-40B4-BE49-F238E27FC236}">
                <a16:creationId xmlns:a16="http://schemas.microsoft.com/office/drawing/2014/main" id="{78C6C821-FEE1-4EB6-9590-C021440C7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9700459" cy="6858001"/>
          </a:xfrm>
          <a:custGeom>
            <a:avLst/>
            <a:gdLst>
              <a:gd name="connsiteX0" fmla="*/ 0 w 9700459"/>
              <a:gd name="connsiteY0" fmla="*/ 0 h 6858001"/>
              <a:gd name="connsiteX1" fmla="*/ 1323975 w 9700459"/>
              <a:gd name="connsiteY1" fmla="*/ 0 h 6858001"/>
              <a:gd name="connsiteX2" fmla="*/ 1517015 w 9700459"/>
              <a:gd name="connsiteY2" fmla="*/ 0 h 6858001"/>
              <a:gd name="connsiteX3" fmla="*/ 3241265 w 9700459"/>
              <a:gd name="connsiteY3" fmla="*/ 0 h 6858001"/>
              <a:gd name="connsiteX4" fmla="*/ 3241265 w 9700459"/>
              <a:gd name="connsiteY4" fmla="*/ 1 h 6858001"/>
              <a:gd name="connsiteX5" fmla="*/ 8355744 w 9700459"/>
              <a:gd name="connsiteY5" fmla="*/ 1 h 6858001"/>
              <a:gd name="connsiteX6" fmla="*/ 8355744 w 9700459"/>
              <a:gd name="connsiteY6" fmla="*/ 0 h 6858001"/>
              <a:gd name="connsiteX7" fmla="*/ 9699282 w 9700459"/>
              <a:gd name="connsiteY7" fmla="*/ 0 h 6858001"/>
              <a:gd name="connsiteX8" fmla="*/ 9674237 w 9700459"/>
              <a:gd name="connsiteY8" fmla="*/ 155677 h 6858001"/>
              <a:gd name="connsiteX9" fmla="*/ 9650368 w 9700459"/>
              <a:gd name="connsiteY9" fmla="*/ 310668 h 6858001"/>
              <a:gd name="connsiteX10" fmla="*/ 9627004 w 9700459"/>
              <a:gd name="connsiteY10" fmla="*/ 466344 h 6858001"/>
              <a:gd name="connsiteX11" fmla="*/ 9607001 w 9700459"/>
              <a:gd name="connsiteY11" fmla="*/ 622707 h 6858001"/>
              <a:gd name="connsiteX12" fmla="*/ 9586830 w 9700459"/>
              <a:gd name="connsiteY12" fmla="*/ 778383 h 6858001"/>
              <a:gd name="connsiteX13" fmla="*/ 9568004 w 9700459"/>
              <a:gd name="connsiteY13" fmla="*/ 934746 h 6858001"/>
              <a:gd name="connsiteX14" fmla="*/ 9551868 w 9700459"/>
              <a:gd name="connsiteY14" fmla="*/ 1089051 h 6858001"/>
              <a:gd name="connsiteX15" fmla="*/ 9536572 w 9700459"/>
              <a:gd name="connsiteY15" fmla="*/ 1245413 h 6858001"/>
              <a:gd name="connsiteX16" fmla="*/ 9522620 w 9700459"/>
              <a:gd name="connsiteY16" fmla="*/ 1401090 h 6858001"/>
              <a:gd name="connsiteX17" fmla="*/ 9510518 w 9700459"/>
              <a:gd name="connsiteY17" fmla="*/ 1554023 h 6858001"/>
              <a:gd name="connsiteX18" fmla="*/ 9498415 w 9700459"/>
              <a:gd name="connsiteY18" fmla="*/ 1709014 h 6858001"/>
              <a:gd name="connsiteX19" fmla="*/ 9488330 w 9700459"/>
              <a:gd name="connsiteY19" fmla="*/ 1861947 h 6858001"/>
              <a:gd name="connsiteX20" fmla="*/ 9480430 w 9700459"/>
              <a:gd name="connsiteY20" fmla="*/ 2014881 h 6858001"/>
              <a:gd name="connsiteX21" fmla="*/ 9472193 w 9700459"/>
              <a:gd name="connsiteY21" fmla="*/ 2167128 h 6858001"/>
              <a:gd name="connsiteX22" fmla="*/ 9465302 w 9700459"/>
              <a:gd name="connsiteY22" fmla="*/ 2318004 h 6858001"/>
              <a:gd name="connsiteX23" fmla="*/ 9460427 w 9700459"/>
              <a:gd name="connsiteY23" fmla="*/ 2467509 h 6858001"/>
              <a:gd name="connsiteX24" fmla="*/ 9456225 w 9700459"/>
              <a:gd name="connsiteY24" fmla="*/ 2617013 h 6858001"/>
              <a:gd name="connsiteX25" fmla="*/ 9452191 w 9700459"/>
              <a:gd name="connsiteY25" fmla="*/ 2765146 h 6858001"/>
              <a:gd name="connsiteX26" fmla="*/ 9450342 w 9700459"/>
              <a:gd name="connsiteY26" fmla="*/ 2911221 h 6858001"/>
              <a:gd name="connsiteX27" fmla="*/ 9448325 w 9700459"/>
              <a:gd name="connsiteY27" fmla="*/ 3057297 h 6858001"/>
              <a:gd name="connsiteX28" fmla="*/ 9447316 w 9700459"/>
              <a:gd name="connsiteY28" fmla="*/ 3201315 h 6858001"/>
              <a:gd name="connsiteX29" fmla="*/ 9448325 w 9700459"/>
              <a:gd name="connsiteY29" fmla="*/ 3343961 h 6858001"/>
              <a:gd name="connsiteX30" fmla="*/ 9448325 w 9700459"/>
              <a:gd name="connsiteY30" fmla="*/ 3485236 h 6858001"/>
              <a:gd name="connsiteX31" fmla="*/ 9450342 w 9700459"/>
              <a:gd name="connsiteY31" fmla="*/ 3625139 h 6858001"/>
              <a:gd name="connsiteX32" fmla="*/ 9453367 w 9700459"/>
              <a:gd name="connsiteY32" fmla="*/ 3762299 h 6858001"/>
              <a:gd name="connsiteX33" fmla="*/ 9456225 w 9700459"/>
              <a:gd name="connsiteY33" fmla="*/ 3898087 h 6858001"/>
              <a:gd name="connsiteX34" fmla="*/ 9459419 w 9700459"/>
              <a:gd name="connsiteY34" fmla="*/ 4031133 h 6858001"/>
              <a:gd name="connsiteX35" fmla="*/ 9464293 w 9700459"/>
              <a:gd name="connsiteY35" fmla="*/ 4163492 h 6858001"/>
              <a:gd name="connsiteX36" fmla="*/ 9469504 w 9700459"/>
              <a:gd name="connsiteY36" fmla="*/ 4293793 h 6858001"/>
              <a:gd name="connsiteX37" fmla="*/ 9474210 w 9700459"/>
              <a:gd name="connsiteY37" fmla="*/ 4421352 h 6858001"/>
              <a:gd name="connsiteX38" fmla="*/ 9487490 w 9700459"/>
              <a:gd name="connsiteY38" fmla="*/ 4670298 h 6858001"/>
              <a:gd name="connsiteX39" fmla="*/ 9501609 w 9700459"/>
              <a:gd name="connsiteY39" fmla="*/ 4908956 h 6858001"/>
              <a:gd name="connsiteX40" fmla="*/ 9516401 w 9700459"/>
              <a:gd name="connsiteY40" fmla="*/ 5138013 h 6858001"/>
              <a:gd name="connsiteX41" fmla="*/ 9532706 w 9700459"/>
              <a:gd name="connsiteY41" fmla="*/ 5354726 h 6858001"/>
              <a:gd name="connsiteX42" fmla="*/ 9549683 w 9700459"/>
              <a:gd name="connsiteY42" fmla="*/ 5561838 h 6858001"/>
              <a:gd name="connsiteX43" fmla="*/ 9568004 w 9700459"/>
              <a:gd name="connsiteY43" fmla="*/ 5753862 h 6858001"/>
              <a:gd name="connsiteX44" fmla="*/ 9585990 w 9700459"/>
              <a:gd name="connsiteY44" fmla="*/ 5934227 h 6858001"/>
              <a:gd name="connsiteX45" fmla="*/ 9603975 w 9700459"/>
              <a:gd name="connsiteY45" fmla="*/ 6100191 h 6858001"/>
              <a:gd name="connsiteX46" fmla="*/ 9620952 w 9700459"/>
              <a:gd name="connsiteY46" fmla="*/ 6252438 h 6858001"/>
              <a:gd name="connsiteX47" fmla="*/ 9637089 w 9700459"/>
              <a:gd name="connsiteY47" fmla="*/ 6387541 h 6858001"/>
              <a:gd name="connsiteX48" fmla="*/ 9652385 w 9700459"/>
              <a:gd name="connsiteY48" fmla="*/ 6509613 h 6858001"/>
              <a:gd name="connsiteX49" fmla="*/ 9665160 w 9700459"/>
              <a:gd name="connsiteY49" fmla="*/ 6612483 h 6858001"/>
              <a:gd name="connsiteX50" fmla="*/ 9677262 w 9700459"/>
              <a:gd name="connsiteY50" fmla="*/ 6698894 h 6858001"/>
              <a:gd name="connsiteX51" fmla="*/ 9694576 w 9700459"/>
              <a:gd name="connsiteY51" fmla="*/ 6817538 h 6858001"/>
              <a:gd name="connsiteX52" fmla="*/ 9700459 w 9700459"/>
              <a:gd name="connsiteY52" fmla="*/ 6858000 h 6858001"/>
              <a:gd name="connsiteX53" fmla="*/ 8795105 w 9700459"/>
              <a:gd name="connsiteY53" fmla="*/ 6858000 h 6858001"/>
              <a:gd name="connsiteX54" fmla="*/ 8795105 w 9700459"/>
              <a:gd name="connsiteY54" fmla="*/ 6858001 h 6858001"/>
              <a:gd name="connsiteX55" fmla="*/ 2704541 w 9700459"/>
              <a:gd name="connsiteY55" fmla="*/ 6858001 h 6858001"/>
              <a:gd name="connsiteX56" fmla="*/ 2704541 w 9700459"/>
              <a:gd name="connsiteY56" fmla="*/ 6858000 h 6858001"/>
              <a:gd name="connsiteX57" fmla="*/ 1517015 w 9700459"/>
              <a:gd name="connsiteY57" fmla="*/ 6858000 h 6858001"/>
              <a:gd name="connsiteX58" fmla="*/ 1323975 w 9700459"/>
              <a:gd name="connsiteY58" fmla="*/ 6858000 h 6858001"/>
              <a:gd name="connsiteX59" fmla="*/ 0 w 9700459"/>
              <a:gd name="connsiteY59" fmla="*/ 685800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9700459" h="6858001">
                <a:moveTo>
                  <a:pt x="0" y="0"/>
                </a:moveTo>
                <a:lnTo>
                  <a:pt x="1323975" y="0"/>
                </a:lnTo>
                <a:lnTo>
                  <a:pt x="1517015" y="0"/>
                </a:lnTo>
                <a:lnTo>
                  <a:pt x="3241265" y="0"/>
                </a:lnTo>
                <a:lnTo>
                  <a:pt x="3241265" y="1"/>
                </a:lnTo>
                <a:lnTo>
                  <a:pt x="8355744" y="1"/>
                </a:lnTo>
                <a:lnTo>
                  <a:pt x="8355744" y="0"/>
                </a:lnTo>
                <a:lnTo>
                  <a:pt x="9699282" y="0"/>
                </a:lnTo>
                <a:lnTo>
                  <a:pt x="9674237" y="155677"/>
                </a:lnTo>
                <a:lnTo>
                  <a:pt x="9650368" y="310668"/>
                </a:lnTo>
                <a:lnTo>
                  <a:pt x="9627004" y="466344"/>
                </a:lnTo>
                <a:lnTo>
                  <a:pt x="9607001" y="622707"/>
                </a:lnTo>
                <a:lnTo>
                  <a:pt x="9586830" y="778383"/>
                </a:lnTo>
                <a:lnTo>
                  <a:pt x="9568004" y="934746"/>
                </a:lnTo>
                <a:lnTo>
                  <a:pt x="9551868" y="1089051"/>
                </a:lnTo>
                <a:lnTo>
                  <a:pt x="9536572" y="1245413"/>
                </a:lnTo>
                <a:lnTo>
                  <a:pt x="9522620" y="1401090"/>
                </a:lnTo>
                <a:lnTo>
                  <a:pt x="9510518" y="1554023"/>
                </a:lnTo>
                <a:lnTo>
                  <a:pt x="9498415" y="1709014"/>
                </a:lnTo>
                <a:lnTo>
                  <a:pt x="9488330" y="1861947"/>
                </a:lnTo>
                <a:lnTo>
                  <a:pt x="9480430" y="2014881"/>
                </a:lnTo>
                <a:lnTo>
                  <a:pt x="9472193" y="2167128"/>
                </a:lnTo>
                <a:lnTo>
                  <a:pt x="9465302" y="2318004"/>
                </a:lnTo>
                <a:lnTo>
                  <a:pt x="9460427" y="2467509"/>
                </a:lnTo>
                <a:lnTo>
                  <a:pt x="9456225" y="2617013"/>
                </a:lnTo>
                <a:lnTo>
                  <a:pt x="9452191" y="2765146"/>
                </a:lnTo>
                <a:lnTo>
                  <a:pt x="9450342" y="2911221"/>
                </a:lnTo>
                <a:lnTo>
                  <a:pt x="9448325" y="3057297"/>
                </a:lnTo>
                <a:lnTo>
                  <a:pt x="9447316" y="3201315"/>
                </a:lnTo>
                <a:lnTo>
                  <a:pt x="9448325" y="3343961"/>
                </a:lnTo>
                <a:lnTo>
                  <a:pt x="9448325" y="3485236"/>
                </a:lnTo>
                <a:lnTo>
                  <a:pt x="9450342" y="3625139"/>
                </a:lnTo>
                <a:lnTo>
                  <a:pt x="9453367" y="3762299"/>
                </a:lnTo>
                <a:lnTo>
                  <a:pt x="9456225" y="3898087"/>
                </a:lnTo>
                <a:lnTo>
                  <a:pt x="9459419" y="4031133"/>
                </a:lnTo>
                <a:lnTo>
                  <a:pt x="9464293" y="4163492"/>
                </a:lnTo>
                <a:lnTo>
                  <a:pt x="9469504" y="4293793"/>
                </a:lnTo>
                <a:lnTo>
                  <a:pt x="9474210" y="4421352"/>
                </a:lnTo>
                <a:lnTo>
                  <a:pt x="9487490" y="4670298"/>
                </a:lnTo>
                <a:lnTo>
                  <a:pt x="9501609" y="4908956"/>
                </a:lnTo>
                <a:lnTo>
                  <a:pt x="9516401" y="5138013"/>
                </a:lnTo>
                <a:lnTo>
                  <a:pt x="9532706" y="5354726"/>
                </a:lnTo>
                <a:lnTo>
                  <a:pt x="9549683" y="5561838"/>
                </a:lnTo>
                <a:lnTo>
                  <a:pt x="9568004" y="5753862"/>
                </a:lnTo>
                <a:lnTo>
                  <a:pt x="9585990" y="5934227"/>
                </a:lnTo>
                <a:lnTo>
                  <a:pt x="9603975" y="6100191"/>
                </a:lnTo>
                <a:lnTo>
                  <a:pt x="9620952" y="6252438"/>
                </a:lnTo>
                <a:lnTo>
                  <a:pt x="9637089" y="6387541"/>
                </a:lnTo>
                <a:lnTo>
                  <a:pt x="9652385" y="6509613"/>
                </a:lnTo>
                <a:lnTo>
                  <a:pt x="9665160" y="6612483"/>
                </a:lnTo>
                <a:lnTo>
                  <a:pt x="9677262" y="6698894"/>
                </a:lnTo>
                <a:lnTo>
                  <a:pt x="9694576" y="6817538"/>
                </a:lnTo>
                <a:lnTo>
                  <a:pt x="9700459" y="6858000"/>
                </a:lnTo>
                <a:lnTo>
                  <a:pt x="8795105" y="6858000"/>
                </a:lnTo>
                <a:lnTo>
                  <a:pt x="8795105" y="6858001"/>
                </a:lnTo>
                <a:lnTo>
                  <a:pt x="2704541" y="6858001"/>
                </a:lnTo>
                <a:lnTo>
                  <a:pt x="2704541" y="6858000"/>
                </a:lnTo>
                <a:lnTo>
                  <a:pt x="1517015" y="6858000"/>
                </a:lnTo>
                <a:lnTo>
                  <a:pt x="1323975" y="6858000"/>
                </a:lnTo>
                <a:lnTo>
                  <a:pt x="0" y="6858000"/>
                </a:lnTo>
                <a:close/>
              </a:path>
            </a:pathLst>
          </a:custGeom>
          <a:ln>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3" name="Subtitle 2">
            <a:extLst>
              <a:ext uri="{FF2B5EF4-FFF2-40B4-BE49-F238E27FC236}">
                <a16:creationId xmlns:a16="http://schemas.microsoft.com/office/drawing/2014/main" id="{5AEB7313-A145-0C9D-5495-DE544DD55A83}"/>
              </a:ext>
            </a:extLst>
          </p:cNvPr>
          <p:cNvSpPr>
            <a:spLocks noGrp="1"/>
          </p:cNvSpPr>
          <p:nvPr>
            <p:ph type="subTitle" idx="1"/>
          </p:nvPr>
        </p:nvSpPr>
        <p:spPr>
          <a:xfrm>
            <a:off x="1154955" y="4777380"/>
            <a:ext cx="6974911" cy="861420"/>
          </a:xfrm>
        </p:spPr>
        <p:txBody>
          <a:bodyPr>
            <a:normAutofit/>
          </a:bodyPr>
          <a:lstStyle/>
          <a:p>
            <a:r>
              <a:rPr lang="en-US" dirty="0">
                <a:solidFill>
                  <a:schemeClr val="tx1">
                    <a:lumMod val="85000"/>
                    <a:lumOff val="15000"/>
                  </a:schemeClr>
                </a:solidFill>
              </a:rPr>
              <a:t>				By: Sunil </a:t>
            </a:r>
            <a:r>
              <a:rPr lang="en-US">
                <a:solidFill>
                  <a:schemeClr val="tx1">
                    <a:lumMod val="85000"/>
                    <a:lumOff val="15000"/>
                  </a:schemeClr>
                </a:solidFill>
              </a:rPr>
              <a:t>Reddy Thumma</a:t>
            </a:r>
          </a:p>
        </p:txBody>
      </p:sp>
      <p:sp>
        <p:nvSpPr>
          <p:cNvPr id="2" name="Title 1">
            <a:extLst>
              <a:ext uri="{FF2B5EF4-FFF2-40B4-BE49-F238E27FC236}">
                <a16:creationId xmlns:a16="http://schemas.microsoft.com/office/drawing/2014/main" id="{A2A10D54-E461-9560-99B0-C6AC37A8D732}"/>
              </a:ext>
            </a:extLst>
          </p:cNvPr>
          <p:cNvSpPr>
            <a:spLocks noGrp="1"/>
          </p:cNvSpPr>
          <p:nvPr>
            <p:ph type="ctrTitle"/>
          </p:nvPr>
        </p:nvSpPr>
        <p:spPr>
          <a:xfrm>
            <a:off x="1154955" y="1447800"/>
            <a:ext cx="6974915" cy="3329581"/>
          </a:xfrm>
        </p:spPr>
        <p:txBody>
          <a:bodyPr>
            <a:normAutofit/>
          </a:bodyPr>
          <a:lstStyle/>
          <a:p>
            <a:pPr>
              <a:lnSpc>
                <a:spcPct val="90000"/>
              </a:lnSpc>
            </a:pPr>
            <a:r>
              <a:rPr lang="en-US" sz="6100"/>
              <a:t>Decentralized Charity Donation Platform</a:t>
            </a:r>
          </a:p>
        </p:txBody>
      </p:sp>
      <p:sp>
        <p:nvSpPr>
          <p:cNvPr id="14" name="Rectangle 13">
            <a:extLst>
              <a:ext uri="{FF2B5EF4-FFF2-40B4-BE49-F238E27FC236}">
                <a16:creationId xmlns:a16="http://schemas.microsoft.com/office/drawing/2014/main" id="{B61A74B3-E247-44D4-8C48-FAE8E20564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18176985"/>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D9B8FD4-CDEB-4EB4-B4DE-C89E119389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7" name="Freeform 36">
            <a:extLst>
              <a:ext uri="{FF2B5EF4-FFF2-40B4-BE49-F238E27FC236}">
                <a16:creationId xmlns:a16="http://schemas.microsoft.com/office/drawing/2014/main" id="{5A2E3D1D-9E9F-4739-BA14-D4D7FA9FBD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sp>
        <p:nvSpPr>
          <p:cNvPr id="13" name="Freeform: Shape 11">
            <a:extLst>
              <a:ext uri="{FF2B5EF4-FFF2-40B4-BE49-F238E27FC236}">
                <a16:creationId xmlns:a16="http://schemas.microsoft.com/office/drawing/2014/main" id="{1FFB365B-E9DC-4859-B8AB-CB83EEBE4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ADAB9C8-EB37-4914-A699-C716FC8FE4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55C0D519-2315-702E-E131-4C519B60F2F8}"/>
              </a:ext>
            </a:extLst>
          </p:cNvPr>
          <p:cNvSpPr>
            <a:spLocks noGrp="1"/>
          </p:cNvSpPr>
          <p:nvPr>
            <p:ph type="title"/>
          </p:nvPr>
        </p:nvSpPr>
        <p:spPr>
          <a:xfrm>
            <a:off x="653143" y="1645920"/>
            <a:ext cx="3522879" cy="4470821"/>
          </a:xfrm>
        </p:spPr>
        <p:txBody>
          <a:bodyPr>
            <a:normAutofit/>
          </a:bodyPr>
          <a:lstStyle/>
          <a:p>
            <a:pPr algn="r"/>
            <a:r>
              <a:rPr lang="en-US" dirty="0">
                <a:solidFill>
                  <a:schemeClr val="bg2"/>
                </a:solidFill>
              </a:rPr>
              <a:t>Introduction</a:t>
            </a:r>
          </a:p>
        </p:txBody>
      </p:sp>
      <p:sp>
        <p:nvSpPr>
          <p:cNvPr id="3" name="Content Placeholder 2">
            <a:extLst>
              <a:ext uri="{FF2B5EF4-FFF2-40B4-BE49-F238E27FC236}">
                <a16:creationId xmlns:a16="http://schemas.microsoft.com/office/drawing/2014/main" id="{29C43B74-97AA-478E-BB9F-A7C82C4BBAB7}"/>
              </a:ext>
            </a:extLst>
          </p:cNvPr>
          <p:cNvSpPr>
            <a:spLocks noGrp="1"/>
          </p:cNvSpPr>
          <p:nvPr>
            <p:ph idx="1"/>
          </p:nvPr>
        </p:nvSpPr>
        <p:spPr>
          <a:xfrm>
            <a:off x="5204109" y="1645920"/>
            <a:ext cx="6269434" cy="4470821"/>
          </a:xfrm>
        </p:spPr>
        <p:txBody>
          <a:bodyPr>
            <a:normAutofit/>
          </a:bodyPr>
          <a:lstStyle/>
          <a:p>
            <a:pPr algn="just"/>
            <a:r>
              <a:rPr lang="en-US" kern="100" dirty="0">
                <a:effectLst/>
                <a:latin typeface="Times New Roman" panose="02020603050405020304" pitchFamily="18" charset="0"/>
                <a:ea typeface="Aptos" panose="020B0004020202020204" pitchFamily="34" charset="0"/>
                <a:cs typeface="Times New Roman" panose="02020603050405020304" pitchFamily="18" charset="0"/>
              </a:rPr>
              <a:t>The decentralized charity donation platform is an application showing the effectiveness of blockchain technology in the easier facilitation of creating charity goals, receiving donations, and withdrawing collected funds. Built on the Ethereum network using smart contracts, this </a:t>
            </a:r>
            <a:r>
              <a:rPr lang="en-US" kern="100" dirty="0" err="1">
                <a:effectLst/>
                <a:latin typeface="Times New Roman" panose="02020603050405020304" pitchFamily="18" charset="0"/>
                <a:ea typeface="Aptos" panose="020B0004020202020204" pitchFamily="34" charset="0"/>
                <a:cs typeface="Times New Roman" panose="02020603050405020304" pitchFamily="18" charset="0"/>
              </a:rPr>
              <a:t>DApp</a:t>
            </a:r>
            <a:r>
              <a:rPr lang="en-US" kern="100" dirty="0">
                <a:effectLst/>
                <a:latin typeface="Times New Roman" panose="02020603050405020304" pitchFamily="18" charset="0"/>
                <a:ea typeface="Aptos" panose="020B0004020202020204" pitchFamily="34" charset="0"/>
                <a:cs typeface="Times New Roman" panose="02020603050405020304" pitchFamily="18" charset="0"/>
              </a:rPr>
              <a:t> uses blockchain security and transparency in such a way that all transactions are traceable and immutable. The backbone of this project, therefore, will be to provide a solid platform where creating charity campaigns, donating, and tracking any fundraising campaign is decentralized and easy to perform.</a:t>
            </a:r>
            <a:endParaRPr lang="en-US" kern="100" dirty="0">
              <a:effectLst/>
              <a:latin typeface="Aptos" panose="020B0004020202020204" pitchFamily="34" charset="0"/>
              <a:ea typeface="Aptos" panose="020B0004020202020204" pitchFamily="34" charset="0"/>
              <a:cs typeface="Times New Roman" panose="02020603050405020304" pitchFamily="18" charset="0"/>
            </a:endParaRPr>
          </a:p>
          <a:p>
            <a:pPr marL="0" indent="0" algn="just">
              <a:buNone/>
            </a:pPr>
            <a:endParaRPr lang="en-US" dirty="0"/>
          </a:p>
        </p:txBody>
      </p:sp>
    </p:spTree>
    <p:extLst>
      <p:ext uri="{BB962C8B-B14F-4D97-AF65-F5344CB8AC3E}">
        <p14:creationId xmlns:p14="http://schemas.microsoft.com/office/powerpoint/2010/main" val="879419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A3C342-1D03-412F-8DD3-BF519E8E0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D58387-C331-BA57-C250-F2419CE8C7B1}"/>
              </a:ext>
            </a:extLst>
          </p:cNvPr>
          <p:cNvSpPr>
            <a:spLocks noGrp="1"/>
          </p:cNvSpPr>
          <p:nvPr>
            <p:ph type="title"/>
          </p:nvPr>
        </p:nvSpPr>
        <p:spPr>
          <a:xfrm>
            <a:off x="5411931" y="452718"/>
            <a:ext cx="4638903" cy="1400530"/>
          </a:xfrm>
        </p:spPr>
        <p:txBody>
          <a:bodyPr>
            <a:normAutofit/>
          </a:bodyPr>
          <a:lstStyle/>
          <a:p>
            <a:r>
              <a:rPr lang="en-US"/>
              <a:t>Problem Statement</a:t>
            </a:r>
            <a:endParaRPr lang="en-US" dirty="0"/>
          </a:p>
        </p:txBody>
      </p:sp>
      <p:sp>
        <p:nvSpPr>
          <p:cNvPr id="15" name="Freeform 31">
            <a:extLst>
              <a:ext uri="{FF2B5EF4-FFF2-40B4-BE49-F238E27FC236}">
                <a16:creationId xmlns:a16="http://schemas.microsoft.com/office/drawing/2014/main" id="{81CC9B02-E087-4350-AEBD-2C3CF001A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28375" y="-1573"/>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pic>
        <p:nvPicPr>
          <p:cNvPr id="16" name="Picture 15" descr="People shaking hands">
            <a:extLst>
              <a:ext uri="{FF2B5EF4-FFF2-40B4-BE49-F238E27FC236}">
                <a16:creationId xmlns:a16="http://schemas.microsoft.com/office/drawing/2014/main" id="{02515B36-E7FA-E90F-6130-15456242829C}"/>
              </a:ext>
            </a:extLst>
          </p:cNvPr>
          <p:cNvPicPr>
            <a:picLocks noChangeAspect="1"/>
          </p:cNvPicPr>
          <p:nvPr/>
        </p:nvPicPr>
        <p:blipFill>
          <a:blip r:embed="rId3"/>
          <a:srcRect l="16977" r="28636"/>
          <a:stretch/>
        </p:blipFill>
        <p:spPr>
          <a:xfrm>
            <a:off x="3" y="10"/>
            <a:ext cx="4973099" cy="6857991"/>
          </a:xfrm>
          <a:custGeom>
            <a:avLst/>
            <a:gdLst/>
            <a:ahLst/>
            <a:cxnLst/>
            <a:rect l="l" t="t" r="r" b="b"/>
            <a:pathLst>
              <a:path w="4973099" h="6858001">
                <a:moveTo>
                  <a:pt x="3628384" y="0"/>
                </a:moveTo>
                <a:lnTo>
                  <a:pt x="4971922" y="0"/>
                </a:lnTo>
                <a:lnTo>
                  <a:pt x="4946877" y="155677"/>
                </a:lnTo>
                <a:lnTo>
                  <a:pt x="4923008" y="310668"/>
                </a:lnTo>
                <a:lnTo>
                  <a:pt x="4899644" y="466344"/>
                </a:lnTo>
                <a:lnTo>
                  <a:pt x="4879641" y="622707"/>
                </a:lnTo>
                <a:lnTo>
                  <a:pt x="4859470" y="778383"/>
                </a:lnTo>
                <a:lnTo>
                  <a:pt x="4840644" y="934746"/>
                </a:lnTo>
                <a:lnTo>
                  <a:pt x="4824508" y="1089051"/>
                </a:lnTo>
                <a:lnTo>
                  <a:pt x="4809212" y="1245413"/>
                </a:lnTo>
                <a:lnTo>
                  <a:pt x="4795260" y="1401090"/>
                </a:lnTo>
                <a:lnTo>
                  <a:pt x="4783158" y="1554023"/>
                </a:lnTo>
                <a:lnTo>
                  <a:pt x="4771055" y="1709014"/>
                </a:lnTo>
                <a:lnTo>
                  <a:pt x="4760970" y="1861947"/>
                </a:lnTo>
                <a:lnTo>
                  <a:pt x="4753070" y="2014881"/>
                </a:lnTo>
                <a:lnTo>
                  <a:pt x="4744833" y="2167128"/>
                </a:lnTo>
                <a:lnTo>
                  <a:pt x="4737942" y="2318004"/>
                </a:lnTo>
                <a:lnTo>
                  <a:pt x="4733067" y="2467509"/>
                </a:lnTo>
                <a:lnTo>
                  <a:pt x="4728865" y="2617013"/>
                </a:lnTo>
                <a:lnTo>
                  <a:pt x="4724831" y="2765146"/>
                </a:lnTo>
                <a:lnTo>
                  <a:pt x="4722982" y="2911221"/>
                </a:lnTo>
                <a:lnTo>
                  <a:pt x="4720965" y="3057297"/>
                </a:lnTo>
                <a:lnTo>
                  <a:pt x="4719956" y="3201315"/>
                </a:lnTo>
                <a:lnTo>
                  <a:pt x="4720965" y="3343961"/>
                </a:lnTo>
                <a:lnTo>
                  <a:pt x="4720965" y="3485236"/>
                </a:lnTo>
                <a:lnTo>
                  <a:pt x="4722982" y="3625139"/>
                </a:lnTo>
                <a:lnTo>
                  <a:pt x="4726007" y="3762299"/>
                </a:lnTo>
                <a:lnTo>
                  <a:pt x="4728865" y="3898087"/>
                </a:lnTo>
                <a:lnTo>
                  <a:pt x="4732059" y="4031133"/>
                </a:lnTo>
                <a:lnTo>
                  <a:pt x="4736933" y="4163492"/>
                </a:lnTo>
                <a:lnTo>
                  <a:pt x="4742144" y="4293793"/>
                </a:lnTo>
                <a:lnTo>
                  <a:pt x="4746850" y="4421352"/>
                </a:lnTo>
                <a:lnTo>
                  <a:pt x="4760130" y="4670298"/>
                </a:lnTo>
                <a:lnTo>
                  <a:pt x="4774249" y="4908956"/>
                </a:lnTo>
                <a:lnTo>
                  <a:pt x="4789041" y="5138013"/>
                </a:lnTo>
                <a:lnTo>
                  <a:pt x="4805346" y="5354726"/>
                </a:lnTo>
                <a:lnTo>
                  <a:pt x="4822323" y="5561838"/>
                </a:lnTo>
                <a:lnTo>
                  <a:pt x="4840644" y="5753862"/>
                </a:lnTo>
                <a:lnTo>
                  <a:pt x="4858630" y="5934227"/>
                </a:lnTo>
                <a:lnTo>
                  <a:pt x="4876615" y="6100191"/>
                </a:lnTo>
                <a:lnTo>
                  <a:pt x="4893592" y="6252438"/>
                </a:lnTo>
                <a:lnTo>
                  <a:pt x="4909729" y="6387541"/>
                </a:lnTo>
                <a:lnTo>
                  <a:pt x="4925025" y="6509613"/>
                </a:lnTo>
                <a:lnTo>
                  <a:pt x="4937800" y="6612483"/>
                </a:lnTo>
                <a:lnTo>
                  <a:pt x="4949902" y="6698894"/>
                </a:lnTo>
                <a:lnTo>
                  <a:pt x="4967216" y="6817538"/>
                </a:lnTo>
                <a:lnTo>
                  <a:pt x="4973099" y="6858000"/>
                </a:lnTo>
                <a:lnTo>
                  <a:pt x="4075210" y="6858000"/>
                </a:lnTo>
                <a:lnTo>
                  <a:pt x="4075210" y="6858001"/>
                </a:lnTo>
                <a:lnTo>
                  <a:pt x="0" y="6858001"/>
                </a:lnTo>
                <a:lnTo>
                  <a:pt x="0" y="1"/>
                </a:lnTo>
                <a:lnTo>
                  <a:pt x="3628384" y="1"/>
                </a:lnTo>
                <a:close/>
              </a:path>
            </a:pathLst>
          </a:custGeom>
        </p:spPr>
      </p:pic>
      <p:sp>
        <p:nvSpPr>
          <p:cNvPr id="13" name="Rectangle 12">
            <a:extLst>
              <a:ext uri="{FF2B5EF4-FFF2-40B4-BE49-F238E27FC236}">
                <a16:creationId xmlns:a16="http://schemas.microsoft.com/office/drawing/2014/main" id="{D6F18ACE-6E82-4ADC-8A2F-A1771B309B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6018C60-3D63-2BFC-C684-0EBD254545AD}"/>
              </a:ext>
            </a:extLst>
          </p:cNvPr>
          <p:cNvSpPr>
            <a:spLocks noGrp="1"/>
          </p:cNvSpPr>
          <p:nvPr>
            <p:ph idx="1"/>
          </p:nvPr>
        </p:nvSpPr>
        <p:spPr>
          <a:xfrm>
            <a:off x="5410950" y="2052918"/>
            <a:ext cx="4638903" cy="4195481"/>
          </a:xfrm>
        </p:spPr>
        <p:txBody>
          <a:bodyPr>
            <a:normAutofit/>
          </a:bodyPr>
          <a:lstStyle/>
          <a:p>
            <a:pPr>
              <a:lnSpc>
                <a:spcPct val="90000"/>
              </a:lnSpc>
            </a:pPr>
            <a:r>
              <a:rPr lang="en-US" dirty="0"/>
              <a:t>Charity donations often lack transparency and accountability.</a:t>
            </a:r>
          </a:p>
          <a:p>
            <a:pPr>
              <a:lnSpc>
                <a:spcPct val="90000"/>
              </a:lnSpc>
            </a:pPr>
            <a:r>
              <a:rPr lang="en-US" dirty="0"/>
              <a:t>Donors are unable to track how their contributions are used, leading to a lack of trust. </a:t>
            </a:r>
          </a:p>
          <a:p>
            <a:pPr>
              <a:lnSpc>
                <a:spcPct val="90000"/>
              </a:lnSpc>
            </a:pPr>
            <a:r>
              <a:rPr lang="en-US" dirty="0"/>
              <a:t>Traditional systems involve intermediaries, increasing costs and delays.</a:t>
            </a:r>
          </a:p>
          <a:p>
            <a:pPr>
              <a:lnSpc>
                <a:spcPct val="90000"/>
              </a:lnSpc>
            </a:pPr>
            <a:r>
              <a:rPr lang="en-US" dirty="0"/>
              <a:t> Fraud and fund mismanagement further discourage people from donating.</a:t>
            </a:r>
          </a:p>
        </p:txBody>
      </p:sp>
    </p:spTree>
    <p:extLst>
      <p:ext uri="{BB962C8B-B14F-4D97-AF65-F5344CB8AC3E}">
        <p14:creationId xmlns:p14="http://schemas.microsoft.com/office/powerpoint/2010/main" val="24052684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en-US"/>
          </a:p>
        </p:txBody>
      </p:sp>
      <p:sp>
        <p:nvSpPr>
          <p:cNvPr id="2" name="Title 1">
            <a:extLst>
              <a:ext uri="{FF2B5EF4-FFF2-40B4-BE49-F238E27FC236}">
                <a16:creationId xmlns:a16="http://schemas.microsoft.com/office/drawing/2014/main" id="{38A04E94-18E9-73F6-E065-33DFF956569F}"/>
              </a:ext>
            </a:extLst>
          </p:cNvPr>
          <p:cNvSpPr>
            <a:spLocks noGrp="1"/>
          </p:cNvSpPr>
          <p:nvPr>
            <p:ph type="title"/>
          </p:nvPr>
        </p:nvSpPr>
        <p:spPr>
          <a:xfrm>
            <a:off x="806195" y="804672"/>
            <a:ext cx="3521359" cy="5248656"/>
          </a:xfrm>
        </p:spPr>
        <p:txBody>
          <a:bodyPr anchor="ctr">
            <a:normAutofit/>
          </a:bodyPr>
          <a:lstStyle/>
          <a:p>
            <a:pPr algn="ctr"/>
            <a:r>
              <a:rPr lang="en-US"/>
              <a:t>Proposed Solution</a:t>
            </a:r>
          </a:p>
        </p:txBody>
      </p:sp>
      <p:sp>
        <p:nvSpPr>
          <p:cNvPr id="3" name="Content Placeholder 2">
            <a:extLst>
              <a:ext uri="{FF2B5EF4-FFF2-40B4-BE49-F238E27FC236}">
                <a16:creationId xmlns:a16="http://schemas.microsoft.com/office/drawing/2014/main" id="{A0532FB3-6C1D-7CC2-601A-67DF1050B351}"/>
              </a:ext>
            </a:extLst>
          </p:cNvPr>
          <p:cNvSpPr>
            <a:spLocks noGrp="1"/>
          </p:cNvSpPr>
          <p:nvPr>
            <p:ph idx="1"/>
          </p:nvPr>
        </p:nvSpPr>
        <p:spPr>
          <a:xfrm>
            <a:off x="4975861" y="804671"/>
            <a:ext cx="6399930" cy="5248657"/>
          </a:xfrm>
        </p:spPr>
        <p:txBody>
          <a:bodyPr anchor="ctr">
            <a:normAutofit/>
          </a:bodyPr>
          <a:lstStyle/>
          <a:p>
            <a:r>
              <a:rPr lang="en-US"/>
              <a:t>The Decentralized Charity Donation Platform uses blockchain technology to address these issues. </a:t>
            </a:r>
          </a:p>
          <a:p>
            <a:r>
              <a:rPr lang="en-US"/>
              <a:t>It enables direct, transparent transactions between donors and charities.</a:t>
            </a:r>
          </a:p>
          <a:p>
            <a:r>
              <a:rPr lang="en-US"/>
              <a:t>Every donation is securely recorded on the blockchain, and smart contracts automate fund handling, ensuring funds are used as intended. </a:t>
            </a:r>
          </a:p>
          <a:p>
            <a:r>
              <a:rPr lang="en-US"/>
              <a:t>The platform provides real-time updates, fostering trust and accountability.</a:t>
            </a:r>
          </a:p>
          <a:p>
            <a:pPr marL="0" indent="0">
              <a:buNone/>
            </a:pPr>
            <a:endParaRPr lang="en-US"/>
          </a:p>
          <a:p>
            <a:endParaRPr lang="en-US" dirty="0"/>
          </a:p>
        </p:txBody>
      </p:sp>
    </p:spTree>
    <p:extLst>
      <p:ext uri="{BB962C8B-B14F-4D97-AF65-F5344CB8AC3E}">
        <p14:creationId xmlns:p14="http://schemas.microsoft.com/office/powerpoint/2010/main" val="593323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33"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0874719F-4CB0-777A-A2EA-BCA69B1E0987}"/>
              </a:ext>
            </a:extLst>
          </p:cNvPr>
          <p:cNvSpPr>
            <a:spLocks noGrp="1"/>
          </p:cNvSpPr>
          <p:nvPr>
            <p:ph type="title"/>
          </p:nvPr>
        </p:nvSpPr>
        <p:spPr>
          <a:xfrm>
            <a:off x="648930" y="629267"/>
            <a:ext cx="9252154" cy="1016654"/>
          </a:xfrm>
        </p:spPr>
        <p:txBody>
          <a:bodyPr>
            <a:normAutofit/>
          </a:bodyPr>
          <a:lstStyle/>
          <a:p>
            <a:pPr>
              <a:lnSpc>
                <a:spcPct val="90000"/>
              </a:lnSpc>
            </a:pPr>
            <a:r>
              <a:rPr lang="en-US" sz="3300">
                <a:solidFill>
                  <a:srgbClr val="EBEBEB"/>
                </a:solidFill>
              </a:rPr>
              <a:t>Why Blockchain for Decentralized Charity Donation Platform?</a:t>
            </a:r>
          </a:p>
        </p:txBody>
      </p:sp>
      <p:sp>
        <p:nvSpPr>
          <p:cNvPr id="35" name="Rectangle 34">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Freeform: Shape 36">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graphicFrame>
        <p:nvGraphicFramePr>
          <p:cNvPr id="26" name="Content Placeholder 2">
            <a:extLst>
              <a:ext uri="{FF2B5EF4-FFF2-40B4-BE49-F238E27FC236}">
                <a16:creationId xmlns:a16="http://schemas.microsoft.com/office/drawing/2014/main" id="{74DEFF81-32EE-26E4-022A-2623C4C679F0}"/>
              </a:ext>
            </a:extLst>
          </p:cNvPr>
          <p:cNvGraphicFramePr>
            <a:graphicFrameLocks noGrp="1"/>
          </p:cNvGraphicFramePr>
          <p:nvPr>
            <p:ph idx="1"/>
            <p:extLst>
              <p:ext uri="{D42A27DB-BD31-4B8C-83A1-F6EECF244321}">
                <p14:modId xmlns:p14="http://schemas.microsoft.com/office/powerpoint/2010/main" val="2406730229"/>
              </p:ext>
            </p:extLst>
          </p:nvPr>
        </p:nvGraphicFramePr>
        <p:xfrm>
          <a:off x="648930" y="2810256"/>
          <a:ext cx="10895370" cy="34042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30238462"/>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en-US"/>
          </a:p>
        </p:txBody>
      </p:sp>
      <p:sp>
        <p:nvSpPr>
          <p:cNvPr id="2" name="Title 1">
            <a:extLst>
              <a:ext uri="{FF2B5EF4-FFF2-40B4-BE49-F238E27FC236}">
                <a16:creationId xmlns:a16="http://schemas.microsoft.com/office/drawing/2014/main" id="{905DE7D4-9C17-B1BA-1217-5E46BDC2F88C}"/>
              </a:ext>
            </a:extLst>
          </p:cNvPr>
          <p:cNvSpPr>
            <a:spLocks noGrp="1"/>
          </p:cNvSpPr>
          <p:nvPr>
            <p:ph type="title"/>
          </p:nvPr>
        </p:nvSpPr>
        <p:spPr>
          <a:xfrm>
            <a:off x="806195" y="804672"/>
            <a:ext cx="3521359" cy="5248656"/>
          </a:xfrm>
        </p:spPr>
        <p:txBody>
          <a:bodyPr anchor="ctr">
            <a:normAutofit/>
          </a:bodyPr>
          <a:lstStyle/>
          <a:p>
            <a:pPr algn="ctr"/>
            <a:r>
              <a:rPr lang="en-US" dirty="0"/>
              <a:t>Key Features</a:t>
            </a:r>
            <a:endParaRPr lang="en-US"/>
          </a:p>
        </p:txBody>
      </p:sp>
      <p:sp>
        <p:nvSpPr>
          <p:cNvPr id="3" name="Content Placeholder 2">
            <a:extLst>
              <a:ext uri="{FF2B5EF4-FFF2-40B4-BE49-F238E27FC236}">
                <a16:creationId xmlns:a16="http://schemas.microsoft.com/office/drawing/2014/main" id="{7B7019E6-5058-2023-1F04-8D8178F3270A}"/>
              </a:ext>
            </a:extLst>
          </p:cNvPr>
          <p:cNvSpPr>
            <a:spLocks noGrp="1"/>
          </p:cNvSpPr>
          <p:nvPr>
            <p:ph idx="1"/>
          </p:nvPr>
        </p:nvSpPr>
        <p:spPr>
          <a:xfrm>
            <a:off x="4975861" y="804671"/>
            <a:ext cx="6399930" cy="5248657"/>
          </a:xfrm>
        </p:spPr>
        <p:txBody>
          <a:bodyPr anchor="ctr">
            <a:normAutofit/>
          </a:bodyPr>
          <a:lstStyle/>
          <a:p>
            <a:r>
              <a:rPr lang="en-US" dirty="0"/>
              <a:t>Goal Creation: Users can create a charitable goal by providing a description and a target amount.</a:t>
            </a:r>
            <a:endParaRPr lang="en-US"/>
          </a:p>
          <a:p>
            <a:r>
              <a:rPr lang="en-US" dirty="0"/>
              <a:t>Secure Donations: Donations are conducted via MetaMask, and each transaction is logged on blockchain.</a:t>
            </a:r>
            <a:endParaRPr lang="en-US"/>
          </a:p>
          <a:p>
            <a:r>
              <a:rPr lang="en-US" dirty="0"/>
              <a:t>Real-Time Tracking: The platform shows the amount raised for each target, which updates automatically with each donation.</a:t>
            </a:r>
            <a:endParaRPr lang="en-US"/>
          </a:p>
          <a:p>
            <a:r>
              <a:rPr lang="en-US" dirty="0"/>
              <a:t>Withdrawal of Funds: Once the target is met, the contract owner has the option to withdraw the entire cash raised.</a:t>
            </a:r>
            <a:endParaRPr lang="en-US"/>
          </a:p>
          <a:p>
            <a:r>
              <a:rPr lang="en-US" dirty="0"/>
              <a:t>Delete Goal: The platform allows the owner to remove goals that are no longer necessary.</a:t>
            </a:r>
            <a:endParaRPr lang="en-US"/>
          </a:p>
        </p:txBody>
      </p:sp>
    </p:spTree>
    <p:extLst>
      <p:ext uri="{BB962C8B-B14F-4D97-AF65-F5344CB8AC3E}">
        <p14:creationId xmlns:p14="http://schemas.microsoft.com/office/powerpoint/2010/main" val="2055780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F747F1B4-B831-4277-8AB0-32767F7EB7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43" name="Freeform 7">
            <a:extLst>
              <a:ext uri="{FF2B5EF4-FFF2-40B4-BE49-F238E27FC236}">
                <a16:creationId xmlns:a16="http://schemas.microsoft.com/office/drawing/2014/main" id="{D80CFA21-AB7C-4BEB-9BFF-05764FBBF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C605CBFB-2150-CD04-8850-5FB01AA991CB}"/>
              </a:ext>
            </a:extLst>
          </p:cNvPr>
          <p:cNvSpPr>
            <a:spLocks noGrp="1"/>
          </p:cNvSpPr>
          <p:nvPr>
            <p:ph type="title"/>
          </p:nvPr>
        </p:nvSpPr>
        <p:spPr>
          <a:xfrm>
            <a:off x="648930" y="629267"/>
            <a:ext cx="9252154" cy="1016654"/>
          </a:xfrm>
        </p:spPr>
        <p:txBody>
          <a:bodyPr>
            <a:normAutofit/>
          </a:bodyPr>
          <a:lstStyle/>
          <a:p>
            <a:r>
              <a:rPr lang="en-US">
                <a:solidFill>
                  <a:srgbClr val="EBEBEB"/>
                </a:solidFill>
              </a:rPr>
              <a:t>Architecture</a:t>
            </a:r>
          </a:p>
        </p:txBody>
      </p:sp>
      <p:sp>
        <p:nvSpPr>
          <p:cNvPr id="44" name="Rectangle 43">
            <a:extLst>
              <a:ext uri="{FF2B5EF4-FFF2-40B4-BE49-F238E27FC236}">
                <a16:creationId xmlns:a16="http://schemas.microsoft.com/office/drawing/2014/main" id="{12F7E335-851A-4CAE-B09F-E657819D4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5" name="Freeform: Shape 39">
            <a:extLst>
              <a:ext uri="{FF2B5EF4-FFF2-40B4-BE49-F238E27FC236}">
                <a16:creationId xmlns:a16="http://schemas.microsoft.com/office/drawing/2014/main" id="{10B541F0-7F6E-402E-84D8-CF96EACA5F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8" cy="5095933"/>
          </a:xfrm>
          <a:custGeom>
            <a:avLst/>
            <a:gdLst>
              <a:gd name="connsiteX0" fmla="*/ 1 w 12192418"/>
              <a:gd name="connsiteY0" fmla="*/ 0 h 5095933"/>
              <a:gd name="connsiteX1" fmla="*/ 71932 w 12192418"/>
              <a:gd name="connsiteY1" fmla="*/ 12261 h 5095933"/>
              <a:gd name="connsiteX2" fmla="*/ 282849 w 12192418"/>
              <a:gd name="connsiteY2" fmla="*/ 48343 h 5095933"/>
              <a:gd name="connsiteX3" fmla="*/ 436464 w 12192418"/>
              <a:gd name="connsiteY3" fmla="*/ 73565 h 5095933"/>
              <a:gd name="connsiteX4" fmla="*/ 619339 w 12192418"/>
              <a:gd name="connsiteY4" fmla="*/ 100188 h 5095933"/>
              <a:gd name="connsiteX5" fmla="*/ 836351 w 12192418"/>
              <a:gd name="connsiteY5" fmla="*/ 132066 h 5095933"/>
              <a:gd name="connsiteX6" fmla="*/ 1076528 w 12192418"/>
              <a:gd name="connsiteY6" fmla="*/ 165696 h 5095933"/>
              <a:gd name="connsiteX7" fmla="*/ 1347184 w 12192418"/>
              <a:gd name="connsiteY7" fmla="*/ 201077 h 5095933"/>
              <a:gd name="connsiteX8" fmla="*/ 1642223 w 12192418"/>
              <a:gd name="connsiteY8" fmla="*/ 238560 h 5095933"/>
              <a:gd name="connsiteX9" fmla="*/ 1962864 w 12192418"/>
              <a:gd name="connsiteY9" fmla="*/ 276043 h 5095933"/>
              <a:gd name="connsiteX10" fmla="*/ 2304232 w 12192418"/>
              <a:gd name="connsiteY10" fmla="*/ 314227 h 5095933"/>
              <a:gd name="connsiteX11" fmla="*/ 2672421 w 12192418"/>
              <a:gd name="connsiteY11" fmla="*/ 349608 h 5095933"/>
              <a:gd name="connsiteX12" fmla="*/ 3057678 w 12192418"/>
              <a:gd name="connsiteY12" fmla="*/ 383588 h 5095933"/>
              <a:gd name="connsiteX13" fmla="*/ 3464881 w 12192418"/>
              <a:gd name="connsiteY13" fmla="*/ 414415 h 5095933"/>
              <a:gd name="connsiteX14" fmla="*/ 3889152 w 12192418"/>
              <a:gd name="connsiteY14" fmla="*/ 443841 h 5095933"/>
              <a:gd name="connsiteX15" fmla="*/ 4331710 w 12192418"/>
              <a:gd name="connsiteY15" fmla="*/ 471515 h 5095933"/>
              <a:gd name="connsiteX16" fmla="*/ 4558476 w 12192418"/>
              <a:gd name="connsiteY16" fmla="*/ 481324 h 5095933"/>
              <a:gd name="connsiteX17" fmla="*/ 4790118 w 12192418"/>
              <a:gd name="connsiteY17" fmla="*/ 492183 h 5095933"/>
              <a:gd name="connsiteX18" fmla="*/ 5025418 w 12192418"/>
              <a:gd name="connsiteY18" fmla="*/ 502342 h 5095933"/>
              <a:gd name="connsiteX19" fmla="*/ 5261937 w 12192418"/>
              <a:gd name="connsiteY19" fmla="*/ 508998 h 5095933"/>
              <a:gd name="connsiteX20" fmla="*/ 5503332 w 12192418"/>
              <a:gd name="connsiteY20" fmla="*/ 514953 h 5095933"/>
              <a:gd name="connsiteX21" fmla="*/ 5747167 w 12192418"/>
              <a:gd name="connsiteY21" fmla="*/ 521259 h 5095933"/>
              <a:gd name="connsiteX22" fmla="*/ 5995877 w 12192418"/>
              <a:gd name="connsiteY22" fmla="*/ 525463 h 5095933"/>
              <a:gd name="connsiteX23" fmla="*/ 6247026 w 12192418"/>
              <a:gd name="connsiteY23" fmla="*/ 525463 h 5095933"/>
              <a:gd name="connsiteX24" fmla="*/ 6500613 w 12192418"/>
              <a:gd name="connsiteY24" fmla="*/ 527565 h 5095933"/>
              <a:gd name="connsiteX25" fmla="*/ 6756639 w 12192418"/>
              <a:gd name="connsiteY25" fmla="*/ 525463 h 5095933"/>
              <a:gd name="connsiteX26" fmla="*/ 7016322 w 12192418"/>
              <a:gd name="connsiteY26" fmla="*/ 521259 h 5095933"/>
              <a:gd name="connsiteX27" fmla="*/ 7276005 w 12192418"/>
              <a:gd name="connsiteY27" fmla="*/ 517406 h 5095933"/>
              <a:gd name="connsiteX28" fmla="*/ 7539345 w 12192418"/>
              <a:gd name="connsiteY28" fmla="*/ 508998 h 5095933"/>
              <a:gd name="connsiteX29" fmla="*/ 7805124 w 12192418"/>
              <a:gd name="connsiteY29" fmla="*/ 500241 h 5095933"/>
              <a:gd name="connsiteX30" fmla="*/ 8070903 w 12192418"/>
              <a:gd name="connsiteY30" fmla="*/ 490082 h 5095933"/>
              <a:gd name="connsiteX31" fmla="*/ 8339121 w 12192418"/>
              <a:gd name="connsiteY31" fmla="*/ 475719 h 5095933"/>
              <a:gd name="connsiteX32" fmla="*/ 8609776 w 12192418"/>
              <a:gd name="connsiteY32" fmla="*/ 458554 h 5095933"/>
              <a:gd name="connsiteX33" fmla="*/ 8881651 w 12192418"/>
              <a:gd name="connsiteY33" fmla="*/ 442089 h 5095933"/>
              <a:gd name="connsiteX34" fmla="*/ 9153526 w 12192418"/>
              <a:gd name="connsiteY34" fmla="*/ 421071 h 5095933"/>
              <a:gd name="connsiteX35" fmla="*/ 9429058 w 12192418"/>
              <a:gd name="connsiteY35" fmla="*/ 395849 h 5095933"/>
              <a:gd name="connsiteX36" fmla="*/ 9700933 w 12192418"/>
              <a:gd name="connsiteY36" fmla="*/ 370626 h 5095933"/>
              <a:gd name="connsiteX37" fmla="*/ 9977684 w 12192418"/>
              <a:gd name="connsiteY37" fmla="*/ 341551 h 5095933"/>
              <a:gd name="connsiteX38" fmla="*/ 10255655 w 12192418"/>
              <a:gd name="connsiteY38" fmla="*/ 309673 h 5095933"/>
              <a:gd name="connsiteX39" fmla="*/ 10529968 w 12192418"/>
              <a:gd name="connsiteY39" fmla="*/ 276043 h 5095933"/>
              <a:gd name="connsiteX40" fmla="*/ 10807939 w 12192418"/>
              <a:gd name="connsiteY40" fmla="*/ 236809 h 5095933"/>
              <a:gd name="connsiteX41" fmla="*/ 11084690 w 12192418"/>
              <a:gd name="connsiteY41" fmla="*/ 194772 h 5095933"/>
              <a:gd name="connsiteX42" fmla="*/ 11362661 w 12192418"/>
              <a:gd name="connsiteY42" fmla="*/ 153085 h 5095933"/>
              <a:gd name="connsiteX43" fmla="*/ 11639412 w 12192418"/>
              <a:gd name="connsiteY43" fmla="*/ 104392 h 5095933"/>
              <a:gd name="connsiteX44" fmla="*/ 11914945 w 12192418"/>
              <a:gd name="connsiteY44" fmla="*/ 54648 h 5095933"/>
              <a:gd name="connsiteX45" fmla="*/ 12191696 w 12192418"/>
              <a:gd name="connsiteY45" fmla="*/ 2452 h 5095933"/>
              <a:gd name="connsiteX46" fmla="*/ 12191696 w 12192418"/>
              <a:gd name="connsiteY46" fmla="*/ 2109542 h 5095933"/>
              <a:gd name="connsiteX47" fmla="*/ 12191999 w 12192418"/>
              <a:gd name="connsiteY47" fmla="*/ 2109542 h 5095933"/>
              <a:gd name="connsiteX48" fmla="*/ 12191999 w 12192418"/>
              <a:gd name="connsiteY48" fmla="*/ 2802467 h 5095933"/>
              <a:gd name="connsiteX49" fmla="*/ 12192418 w 12192418"/>
              <a:gd name="connsiteY49" fmla="*/ 2802467 h 5095933"/>
              <a:gd name="connsiteX50" fmla="*/ 12192418 w 12192418"/>
              <a:gd name="connsiteY50" fmla="*/ 5095933 h 5095933"/>
              <a:gd name="connsiteX51" fmla="*/ 1 w 12192418"/>
              <a:gd name="connsiteY51" fmla="*/ 5095933 h 5095933"/>
              <a:gd name="connsiteX52" fmla="*/ 1 w 12192418"/>
              <a:gd name="connsiteY52" fmla="*/ 4074529 h 5095933"/>
              <a:gd name="connsiteX53" fmla="*/ 0 w 12192418"/>
              <a:gd name="connsiteY53" fmla="*/ 4074529 h 5095933"/>
              <a:gd name="connsiteX54" fmla="*/ 0 w 12192418"/>
              <a:gd name="connsiteY54" fmla="*/ 2109542 h 5095933"/>
              <a:gd name="connsiteX55" fmla="*/ 1 w 12192418"/>
              <a:gd name="connsiteY55" fmla="*/ 2109542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2192418" h="5095933">
                <a:moveTo>
                  <a:pt x="1" y="0"/>
                </a:moveTo>
                <a:lnTo>
                  <a:pt x="71932" y="12261"/>
                </a:lnTo>
                <a:lnTo>
                  <a:pt x="282849" y="48343"/>
                </a:lnTo>
                <a:lnTo>
                  <a:pt x="436464" y="73565"/>
                </a:lnTo>
                <a:lnTo>
                  <a:pt x="619339" y="100188"/>
                </a:lnTo>
                <a:lnTo>
                  <a:pt x="836351" y="132066"/>
                </a:lnTo>
                <a:lnTo>
                  <a:pt x="1076528" y="165696"/>
                </a:lnTo>
                <a:lnTo>
                  <a:pt x="1347184" y="201077"/>
                </a:lnTo>
                <a:lnTo>
                  <a:pt x="1642223" y="238560"/>
                </a:lnTo>
                <a:lnTo>
                  <a:pt x="1962864" y="276043"/>
                </a:lnTo>
                <a:lnTo>
                  <a:pt x="2304232" y="314227"/>
                </a:lnTo>
                <a:lnTo>
                  <a:pt x="2672421" y="349608"/>
                </a:lnTo>
                <a:lnTo>
                  <a:pt x="3057678" y="383588"/>
                </a:lnTo>
                <a:lnTo>
                  <a:pt x="3464881" y="414415"/>
                </a:lnTo>
                <a:lnTo>
                  <a:pt x="3889152" y="443841"/>
                </a:lnTo>
                <a:lnTo>
                  <a:pt x="4331710" y="471515"/>
                </a:lnTo>
                <a:lnTo>
                  <a:pt x="4558476" y="481324"/>
                </a:lnTo>
                <a:lnTo>
                  <a:pt x="4790118" y="492183"/>
                </a:lnTo>
                <a:lnTo>
                  <a:pt x="5025418" y="502342"/>
                </a:lnTo>
                <a:lnTo>
                  <a:pt x="5261937" y="508998"/>
                </a:lnTo>
                <a:lnTo>
                  <a:pt x="5503332" y="514953"/>
                </a:lnTo>
                <a:lnTo>
                  <a:pt x="5747167" y="521259"/>
                </a:lnTo>
                <a:lnTo>
                  <a:pt x="5995877" y="525463"/>
                </a:lnTo>
                <a:lnTo>
                  <a:pt x="6247026" y="525463"/>
                </a:lnTo>
                <a:lnTo>
                  <a:pt x="6500613" y="527565"/>
                </a:lnTo>
                <a:lnTo>
                  <a:pt x="6756639" y="525463"/>
                </a:lnTo>
                <a:lnTo>
                  <a:pt x="7016322" y="521259"/>
                </a:lnTo>
                <a:lnTo>
                  <a:pt x="7276005" y="517406"/>
                </a:lnTo>
                <a:lnTo>
                  <a:pt x="7539345" y="508998"/>
                </a:lnTo>
                <a:lnTo>
                  <a:pt x="7805124" y="500241"/>
                </a:lnTo>
                <a:lnTo>
                  <a:pt x="8070903" y="490082"/>
                </a:lnTo>
                <a:lnTo>
                  <a:pt x="8339121" y="475719"/>
                </a:lnTo>
                <a:lnTo>
                  <a:pt x="8609776" y="458554"/>
                </a:lnTo>
                <a:lnTo>
                  <a:pt x="8881651" y="442089"/>
                </a:lnTo>
                <a:lnTo>
                  <a:pt x="9153526" y="421071"/>
                </a:lnTo>
                <a:lnTo>
                  <a:pt x="9429058" y="395849"/>
                </a:lnTo>
                <a:lnTo>
                  <a:pt x="9700933" y="370626"/>
                </a:lnTo>
                <a:lnTo>
                  <a:pt x="9977684" y="341551"/>
                </a:lnTo>
                <a:lnTo>
                  <a:pt x="10255655" y="309673"/>
                </a:lnTo>
                <a:lnTo>
                  <a:pt x="10529968" y="276043"/>
                </a:lnTo>
                <a:lnTo>
                  <a:pt x="10807939" y="236809"/>
                </a:lnTo>
                <a:lnTo>
                  <a:pt x="11084690" y="194772"/>
                </a:lnTo>
                <a:lnTo>
                  <a:pt x="11362661" y="153085"/>
                </a:lnTo>
                <a:lnTo>
                  <a:pt x="11639412" y="104392"/>
                </a:lnTo>
                <a:lnTo>
                  <a:pt x="11914945" y="54648"/>
                </a:lnTo>
                <a:lnTo>
                  <a:pt x="12191696" y="2452"/>
                </a:lnTo>
                <a:lnTo>
                  <a:pt x="12191696" y="2109542"/>
                </a:lnTo>
                <a:lnTo>
                  <a:pt x="12191999" y="2109542"/>
                </a:lnTo>
                <a:lnTo>
                  <a:pt x="12191999" y="2802467"/>
                </a:lnTo>
                <a:lnTo>
                  <a:pt x="12192418" y="2802467"/>
                </a:lnTo>
                <a:lnTo>
                  <a:pt x="12192418" y="5095933"/>
                </a:lnTo>
                <a:lnTo>
                  <a:pt x="1" y="5095933"/>
                </a:lnTo>
                <a:lnTo>
                  <a:pt x="1" y="4074529"/>
                </a:lnTo>
                <a:lnTo>
                  <a:pt x="0" y="4074529"/>
                </a:lnTo>
                <a:lnTo>
                  <a:pt x="0" y="2109542"/>
                </a:lnTo>
                <a:lnTo>
                  <a:pt x="1" y="2109542"/>
                </a:lnTo>
                <a:close/>
              </a:path>
            </a:pathLst>
          </a:custGeom>
          <a:solidFill>
            <a:schemeClr val="bg1"/>
          </a:solidFill>
          <a:ln>
            <a:noFill/>
          </a:ln>
        </p:spPr>
        <p:txBody>
          <a:bodyPr/>
          <a:lstStyle/>
          <a:p>
            <a:endParaRPr lang="en-US"/>
          </a:p>
        </p:txBody>
      </p:sp>
      <p:graphicFrame>
        <p:nvGraphicFramePr>
          <p:cNvPr id="29" name="Content Placeholder 2">
            <a:extLst>
              <a:ext uri="{FF2B5EF4-FFF2-40B4-BE49-F238E27FC236}">
                <a16:creationId xmlns:a16="http://schemas.microsoft.com/office/drawing/2014/main" id="{84A1FE17-BE3A-4DBB-1FDB-737610C72C2C}"/>
              </a:ext>
            </a:extLst>
          </p:cNvPr>
          <p:cNvGraphicFramePr>
            <a:graphicFrameLocks noGrp="1"/>
          </p:cNvGraphicFramePr>
          <p:nvPr>
            <p:ph idx="1"/>
            <p:extLst>
              <p:ext uri="{D42A27DB-BD31-4B8C-83A1-F6EECF244321}">
                <p14:modId xmlns:p14="http://schemas.microsoft.com/office/powerpoint/2010/main" val="2707358750"/>
              </p:ext>
            </p:extLst>
          </p:nvPr>
        </p:nvGraphicFramePr>
        <p:xfrm>
          <a:off x="648930" y="2810256"/>
          <a:ext cx="10895370" cy="34042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55524024"/>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C8A3C342-1D03-412F-8DD3-BF519E8E0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7425E2-6F20-9C82-3441-866C3B455195}"/>
              </a:ext>
            </a:extLst>
          </p:cNvPr>
          <p:cNvSpPr>
            <a:spLocks noGrp="1"/>
          </p:cNvSpPr>
          <p:nvPr>
            <p:ph type="title"/>
          </p:nvPr>
        </p:nvSpPr>
        <p:spPr>
          <a:xfrm>
            <a:off x="648930" y="629266"/>
            <a:ext cx="6188190" cy="1622321"/>
          </a:xfrm>
        </p:spPr>
        <p:txBody>
          <a:bodyPr>
            <a:normAutofit/>
          </a:bodyPr>
          <a:lstStyle/>
          <a:p>
            <a:r>
              <a:rPr lang="en-US">
                <a:solidFill>
                  <a:srgbClr val="EBEBEB"/>
                </a:solidFill>
              </a:rPr>
              <a:t>Technology Stack</a:t>
            </a:r>
          </a:p>
        </p:txBody>
      </p:sp>
      <p:sp>
        <p:nvSpPr>
          <p:cNvPr id="3" name="Content Placeholder 2">
            <a:extLst>
              <a:ext uri="{FF2B5EF4-FFF2-40B4-BE49-F238E27FC236}">
                <a16:creationId xmlns:a16="http://schemas.microsoft.com/office/drawing/2014/main" id="{B05B3EA9-7309-3AD5-0244-58FC342D8453}"/>
              </a:ext>
            </a:extLst>
          </p:cNvPr>
          <p:cNvSpPr>
            <a:spLocks noGrp="1"/>
          </p:cNvSpPr>
          <p:nvPr>
            <p:ph idx="1"/>
          </p:nvPr>
        </p:nvSpPr>
        <p:spPr>
          <a:xfrm>
            <a:off x="648930" y="2438400"/>
            <a:ext cx="6188189" cy="3785419"/>
          </a:xfrm>
        </p:spPr>
        <p:txBody>
          <a:bodyPr>
            <a:normAutofit/>
          </a:bodyPr>
          <a:lstStyle/>
          <a:p>
            <a:pPr>
              <a:lnSpc>
                <a:spcPct val="90000"/>
              </a:lnSpc>
            </a:pPr>
            <a:r>
              <a:rPr lang="en-US" sz="1900">
                <a:solidFill>
                  <a:srgbClr val="FFFFFF"/>
                </a:solidFill>
              </a:rPr>
              <a:t>Frontend: Web3.js and React.js to link the blockchain interface.</a:t>
            </a:r>
          </a:p>
          <a:p>
            <a:pPr>
              <a:lnSpc>
                <a:spcPct val="90000"/>
              </a:lnSpc>
            </a:pPr>
            <a:r>
              <a:rPr lang="en-US" sz="1900">
                <a:solidFill>
                  <a:srgbClr val="FFFFFF"/>
                </a:solidFill>
              </a:rPr>
              <a:t>Backend: Solidity is used to create smart contracts for managing donations and tracking funds.</a:t>
            </a:r>
          </a:p>
          <a:p>
            <a:pPr>
              <a:lnSpc>
                <a:spcPct val="90000"/>
              </a:lnSpc>
            </a:pPr>
            <a:r>
              <a:rPr lang="en-US" sz="1900">
                <a:solidFill>
                  <a:srgbClr val="FFFFFF"/>
                </a:solidFill>
              </a:rPr>
              <a:t>Development Framework: Hardhat is used for testing, deploying, and auditing smart contracts.</a:t>
            </a:r>
          </a:p>
          <a:p>
            <a:pPr>
              <a:lnSpc>
                <a:spcPct val="90000"/>
              </a:lnSpc>
            </a:pPr>
            <a:r>
              <a:rPr lang="en-US" sz="1900">
                <a:solidFill>
                  <a:srgbClr val="FFFFFF"/>
                </a:solidFill>
              </a:rPr>
              <a:t>Blockchain: Ethereum Testnet.</a:t>
            </a:r>
          </a:p>
          <a:p>
            <a:pPr>
              <a:lnSpc>
                <a:spcPct val="90000"/>
              </a:lnSpc>
            </a:pPr>
            <a:r>
              <a:rPr lang="en-US" sz="1900">
                <a:solidFill>
                  <a:srgbClr val="FFFFFF"/>
                </a:solidFill>
              </a:rPr>
              <a:t>Wallet Integration: MetaMask's wallet integration allows users to securely organize and transfer donations.</a:t>
            </a:r>
          </a:p>
          <a:p>
            <a:pPr>
              <a:lnSpc>
                <a:spcPct val="90000"/>
              </a:lnSpc>
            </a:pPr>
            <a:endParaRPr lang="en-US" sz="1900">
              <a:solidFill>
                <a:srgbClr val="FFFFFF"/>
              </a:solidFill>
            </a:endParaRPr>
          </a:p>
        </p:txBody>
      </p:sp>
      <p:sp>
        <p:nvSpPr>
          <p:cNvPr id="25" name="Freeform 31">
            <a:extLst>
              <a:ext uri="{FF2B5EF4-FFF2-40B4-BE49-F238E27FC236}">
                <a16:creationId xmlns:a16="http://schemas.microsoft.com/office/drawing/2014/main" id="{81CC9B02-E087-4350-AEBD-2C3CF001A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5974"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pic>
        <p:nvPicPr>
          <p:cNvPr id="26" name="Picture 25" descr="Top view of cubes connected with black lines">
            <a:extLst>
              <a:ext uri="{FF2B5EF4-FFF2-40B4-BE49-F238E27FC236}">
                <a16:creationId xmlns:a16="http://schemas.microsoft.com/office/drawing/2014/main" id="{8374ADFE-780A-B2A2-FFD0-2450D224B0E6}"/>
              </a:ext>
            </a:extLst>
          </p:cNvPr>
          <p:cNvPicPr>
            <a:picLocks noChangeAspect="1"/>
          </p:cNvPicPr>
          <p:nvPr/>
        </p:nvPicPr>
        <p:blipFill>
          <a:blip r:embed="rId3"/>
          <a:srcRect l="27822" r="17900"/>
          <a:stretch/>
        </p:blipFill>
        <p:spPr>
          <a:xfrm>
            <a:off x="7229175" y="1"/>
            <a:ext cx="4963245" cy="6858001"/>
          </a:xfrm>
          <a:custGeom>
            <a:avLst/>
            <a:gdLst/>
            <a:ahLst/>
            <a:cxnLst/>
            <a:rect l="l" t="t" r="r" b="b"/>
            <a:pathLst>
              <a:path w="4963245" h="6858001">
                <a:moveTo>
                  <a:pt x="1177" y="0"/>
                </a:moveTo>
                <a:lnTo>
                  <a:pt x="1344715" y="0"/>
                </a:lnTo>
                <a:lnTo>
                  <a:pt x="1344715" y="1"/>
                </a:lnTo>
                <a:lnTo>
                  <a:pt x="4963245" y="1"/>
                </a:lnTo>
                <a:lnTo>
                  <a:pt x="4963244" y="6858001"/>
                </a:lnTo>
                <a:lnTo>
                  <a:pt x="900697" y="6858001"/>
                </a:lnTo>
                <a:lnTo>
                  <a:pt x="900697" y="6858000"/>
                </a:lnTo>
                <a:lnTo>
                  <a:pt x="0" y="6858000"/>
                </a:lnTo>
                <a:lnTo>
                  <a:pt x="5883" y="6817538"/>
                </a:lnTo>
                <a:lnTo>
                  <a:pt x="23196" y="6698894"/>
                </a:lnTo>
                <a:lnTo>
                  <a:pt x="35299" y="6612483"/>
                </a:lnTo>
                <a:lnTo>
                  <a:pt x="48073" y="6509613"/>
                </a:lnTo>
                <a:lnTo>
                  <a:pt x="63369" y="6387541"/>
                </a:lnTo>
                <a:lnTo>
                  <a:pt x="79506" y="6252438"/>
                </a:lnTo>
                <a:lnTo>
                  <a:pt x="96483" y="6100191"/>
                </a:lnTo>
                <a:lnTo>
                  <a:pt x="114469" y="5934227"/>
                </a:lnTo>
                <a:lnTo>
                  <a:pt x="132454" y="5753862"/>
                </a:lnTo>
                <a:lnTo>
                  <a:pt x="150776" y="5561838"/>
                </a:lnTo>
                <a:lnTo>
                  <a:pt x="167753" y="5354726"/>
                </a:lnTo>
                <a:lnTo>
                  <a:pt x="184058" y="5138013"/>
                </a:lnTo>
                <a:lnTo>
                  <a:pt x="198849" y="4908956"/>
                </a:lnTo>
                <a:lnTo>
                  <a:pt x="212969" y="4670298"/>
                </a:lnTo>
                <a:lnTo>
                  <a:pt x="226248" y="4421352"/>
                </a:lnTo>
                <a:lnTo>
                  <a:pt x="230955" y="4293793"/>
                </a:lnTo>
                <a:lnTo>
                  <a:pt x="236165" y="4163492"/>
                </a:lnTo>
                <a:lnTo>
                  <a:pt x="241040" y="4031133"/>
                </a:lnTo>
                <a:lnTo>
                  <a:pt x="244234" y="3898087"/>
                </a:lnTo>
                <a:lnTo>
                  <a:pt x="247091" y="3762299"/>
                </a:lnTo>
                <a:lnTo>
                  <a:pt x="250117" y="3625139"/>
                </a:lnTo>
                <a:lnTo>
                  <a:pt x="252134" y="3485236"/>
                </a:lnTo>
                <a:lnTo>
                  <a:pt x="252134" y="3343961"/>
                </a:lnTo>
                <a:lnTo>
                  <a:pt x="253142" y="3201315"/>
                </a:lnTo>
                <a:lnTo>
                  <a:pt x="252134" y="3057297"/>
                </a:lnTo>
                <a:lnTo>
                  <a:pt x="250117" y="2911221"/>
                </a:lnTo>
                <a:lnTo>
                  <a:pt x="248268" y="2765146"/>
                </a:lnTo>
                <a:lnTo>
                  <a:pt x="244234" y="2617013"/>
                </a:lnTo>
                <a:lnTo>
                  <a:pt x="240032" y="2467509"/>
                </a:lnTo>
                <a:lnTo>
                  <a:pt x="235157" y="2318004"/>
                </a:lnTo>
                <a:lnTo>
                  <a:pt x="228266" y="2167128"/>
                </a:lnTo>
                <a:lnTo>
                  <a:pt x="220029" y="2014881"/>
                </a:lnTo>
                <a:lnTo>
                  <a:pt x="212129" y="1861947"/>
                </a:lnTo>
                <a:lnTo>
                  <a:pt x="202044" y="1709014"/>
                </a:lnTo>
                <a:lnTo>
                  <a:pt x="189941" y="1554023"/>
                </a:lnTo>
                <a:lnTo>
                  <a:pt x="177839" y="1401090"/>
                </a:lnTo>
                <a:lnTo>
                  <a:pt x="163887" y="1245413"/>
                </a:lnTo>
                <a:lnTo>
                  <a:pt x="148591" y="1089051"/>
                </a:lnTo>
                <a:lnTo>
                  <a:pt x="132455" y="934746"/>
                </a:lnTo>
                <a:lnTo>
                  <a:pt x="113629" y="778383"/>
                </a:lnTo>
                <a:lnTo>
                  <a:pt x="93458" y="622707"/>
                </a:lnTo>
                <a:lnTo>
                  <a:pt x="73455" y="466344"/>
                </a:lnTo>
                <a:lnTo>
                  <a:pt x="50091" y="310668"/>
                </a:lnTo>
                <a:lnTo>
                  <a:pt x="26222" y="155677"/>
                </a:lnTo>
                <a:close/>
              </a:path>
            </a:pathLst>
          </a:custGeom>
        </p:spPr>
      </p:pic>
    </p:spTree>
    <p:extLst>
      <p:ext uri="{BB962C8B-B14F-4D97-AF65-F5344CB8AC3E}">
        <p14:creationId xmlns:p14="http://schemas.microsoft.com/office/powerpoint/2010/main" val="4288640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en-US"/>
          </a:p>
        </p:txBody>
      </p:sp>
      <p:sp>
        <p:nvSpPr>
          <p:cNvPr id="2" name="Title 1">
            <a:extLst>
              <a:ext uri="{FF2B5EF4-FFF2-40B4-BE49-F238E27FC236}">
                <a16:creationId xmlns:a16="http://schemas.microsoft.com/office/drawing/2014/main" id="{03663D9C-8424-4124-ABAF-02C4A24A8EBA}"/>
              </a:ext>
            </a:extLst>
          </p:cNvPr>
          <p:cNvSpPr>
            <a:spLocks noGrp="1"/>
          </p:cNvSpPr>
          <p:nvPr>
            <p:ph type="title"/>
          </p:nvPr>
        </p:nvSpPr>
        <p:spPr>
          <a:xfrm>
            <a:off x="806195" y="804672"/>
            <a:ext cx="3521359" cy="5248656"/>
          </a:xfrm>
        </p:spPr>
        <p:txBody>
          <a:bodyPr anchor="ctr">
            <a:normAutofit/>
          </a:bodyPr>
          <a:lstStyle/>
          <a:p>
            <a:pPr algn="ctr"/>
            <a:r>
              <a:rPr lang="en-US" dirty="0"/>
              <a:t>Challenges Faced</a:t>
            </a:r>
            <a:endParaRPr lang="en-US"/>
          </a:p>
        </p:txBody>
      </p:sp>
      <p:sp>
        <p:nvSpPr>
          <p:cNvPr id="3" name="Content Placeholder 2">
            <a:extLst>
              <a:ext uri="{FF2B5EF4-FFF2-40B4-BE49-F238E27FC236}">
                <a16:creationId xmlns:a16="http://schemas.microsoft.com/office/drawing/2014/main" id="{576A2CE8-41EA-D2AF-B13D-F5177CB55C51}"/>
              </a:ext>
            </a:extLst>
          </p:cNvPr>
          <p:cNvSpPr>
            <a:spLocks noGrp="1"/>
          </p:cNvSpPr>
          <p:nvPr>
            <p:ph idx="1"/>
          </p:nvPr>
        </p:nvSpPr>
        <p:spPr>
          <a:xfrm>
            <a:off x="4975861" y="804671"/>
            <a:ext cx="6399930" cy="5248657"/>
          </a:xfrm>
        </p:spPr>
        <p:txBody>
          <a:bodyPr anchor="ctr">
            <a:normAutofit/>
          </a:bodyPr>
          <a:lstStyle/>
          <a:p>
            <a:r>
              <a:rPr lang="en-US" b="1"/>
              <a:t>Network Connection Issues:</a:t>
            </a:r>
            <a:endParaRPr lang="en-US"/>
          </a:p>
          <a:p>
            <a:pPr>
              <a:buFont typeface="Arial" panose="020B0604020202020204" pitchFamily="34" charset="0"/>
              <a:buChar char="•"/>
            </a:pPr>
            <a:r>
              <a:rPr lang="en-US"/>
              <a:t>MetaMask users sometimes connected to the wrong network, causing transaction failures.</a:t>
            </a:r>
          </a:p>
          <a:p>
            <a:r>
              <a:rPr lang="en-US" b="1"/>
              <a:t>Gas Fee Problems:</a:t>
            </a:r>
            <a:endParaRPr lang="en-US"/>
          </a:p>
          <a:p>
            <a:pPr>
              <a:buFont typeface="Arial" panose="020B0604020202020204" pitchFamily="34" charset="0"/>
              <a:buChar char="•"/>
            </a:pPr>
            <a:r>
              <a:rPr lang="en-US"/>
              <a:t>Initial transactions failed due to low gas limits, resulting in incomplete operations.</a:t>
            </a:r>
          </a:p>
          <a:p>
            <a:r>
              <a:rPr lang="en-US" b="1"/>
              <a:t>Smart Contract Deployment Errors:</a:t>
            </a:r>
            <a:endParaRPr lang="en-US"/>
          </a:p>
          <a:p>
            <a:pPr>
              <a:buFont typeface="Arial" panose="020B0604020202020204" pitchFamily="34" charset="0"/>
              <a:buChar char="•"/>
            </a:pPr>
            <a:r>
              <a:rPr lang="en-US"/>
              <a:t>Deploying the contract on test networks required multiple attempts due to configuration mismatches.</a:t>
            </a:r>
          </a:p>
          <a:p>
            <a:endParaRPr lang="en-US" dirty="0"/>
          </a:p>
        </p:txBody>
      </p:sp>
    </p:spTree>
    <p:extLst>
      <p:ext uri="{BB962C8B-B14F-4D97-AF65-F5344CB8AC3E}">
        <p14:creationId xmlns:p14="http://schemas.microsoft.com/office/powerpoint/2010/main" val="205127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BA86CC-34C3-43C1-B328-62490FE69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387C25-E185-A5E2-952C-87E51501589E}"/>
              </a:ext>
            </a:extLst>
          </p:cNvPr>
          <p:cNvSpPr>
            <a:spLocks noGrp="1"/>
          </p:cNvSpPr>
          <p:nvPr>
            <p:ph type="title"/>
          </p:nvPr>
        </p:nvSpPr>
        <p:spPr>
          <a:xfrm>
            <a:off x="653143" y="1645920"/>
            <a:ext cx="3522879" cy="4470821"/>
          </a:xfrm>
        </p:spPr>
        <p:txBody>
          <a:bodyPr>
            <a:normAutofit/>
          </a:bodyPr>
          <a:lstStyle/>
          <a:p>
            <a:pPr algn="r"/>
            <a:r>
              <a:rPr lang="en-US">
                <a:solidFill>
                  <a:schemeClr val="tx1"/>
                </a:solidFill>
              </a:rPr>
              <a:t>Solutions to Challenges</a:t>
            </a:r>
          </a:p>
        </p:txBody>
      </p:sp>
      <p:sp>
        <p:nvSpPr>
          <p:cNvPr id="10" name="Rectangle 9">
            <a:extLst>
              <a:ext uri="{FF2B5EF4-FFF2-40B4-BE49-F238E27FC236}">
                <a16:creationId xmlns:a16="http://schemas.microsoft.com/office/drawing/2014/main" id="{9CF4C9D6-90BC-48A0-91E8-0F0373CA1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DB6A6DBE-3BC3-8E11-DDFD-2174404C550F}"/>
              </a:ext>
            </a:extLst>
          </p:cNvPr>
          <p:cNvSpPr>
            <a:spLocks noGrp="1"/>
          </p:cNvSpPr>
          <p:nvPr>
            <p:ph idx="1"/>
          </p:nvPr>
        </p:nvSpPr>
        <p:spPr>
          <a:xfrm>
            <a:off x="4829164" y="1645920"/>
            <a:ext cx="6294448" cy="4470821"/>
          </a:xfrm>
        </p:spPr>
        <p:txBody>
          <a:bodyPr>
            <a:normAutofit/>
          </a:bodyPr>
          <a:lstStyle/>
          <a:p>
            <a:r>
              <a:rPr lang="en-US" b="1" dirty="0"/>
              <a:t>Improved Network Handling:</a:t>
            </a:r>
            <a:endParaRPr lang="en-US" dirty="0"/>
          </a:p>
          <a:p>
            <a:pPr>
              <a:buFont typeface="Arial" panose="020B0604020202020204" pitchFamily="34" charset="0"/>
              <a:buChar char="•"/>
            </a:pPr>
            <a:r>
              <a:rPr lang="en-US" dirty="0"/>
              <a:t>Added clear error messages and prompts to guide users to the correct blockchain network.</a:t>
            </a:r>
          </a:p>
          <a:p>
            <a:r>
              <a:rPr lang="en-US" b="1" dirty="0"/>
              <a:t>Adjusted Gas Limits:</a:t>
            </a:r>
            <a:endParaRPr lang="en-US" dirty="0"/>
          </a:p>
          <a:p>
            <a:pPr>
              <a:buFont typeface="Arial" panose="020B0604020202020204" pitchFamily="34" charset="0"/>
              <a:buChar char="•"/>
            </a:pPr>
            <a:r>
              <a:rPr lang="en-US" dirty="0"/>
              <a:t>Increased default gas limits to prevent transaction failures and ensure smoother operations.</a:t>
            </a:r>
          </a:p>
          <a:p>
            <a:r>
              <a:rPr lang="en-US" b="1" dirty="0"/>
              <a:t>Thorough Testing:</a:t>
            </a:r>
            <a:endParaRPr lang="en-US" dirty="0"/>
          </a:p>
          <a:p>
            <a:pPr>
              <a:buFont typeface="Arial" panose="020B0604020202020204" pitchFamily="34" charset="0"/>
              <a:buChar char="•"/>
            </a:pPr>
            <a:r>
              <a:rPr lang="en-US" dirty="0"/>
              <a:t>Conducted extensive testing on both local and public networks to resolve deployment issues and ensure reliability.</a:t>
            </a:r>
          </a:p>
          <a:p>
            <a:endParaRPr lang="en-US" dirty="0"/>
          </a:p>
        </p:txBody>
      </p:sp>
    </p:spTree>
    <p:extLst>
      <p:ext uri="{BB962C8B-B14F-4D97-AF65-F5344CB8AC3E}">
        <p14:creationId xmlns:p14="http://schemas.microsoft.com/office/powerpoint/2010/main" val="627038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8A3C342-1D03-412F-8DD3-BF519E8E0A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4B0283-F2AF-52EA-7682-68063301F435}"/>
              </a:ext>
            </a:extLst>
          </p:cNvPr>
          <p:cNvSpPr>
            <a:spLocks noGrp="1"/>
          </p:cNvSpPr>
          <p:nvPr>
            <p:ph type="title"/>
          </p:nvPr>
        </p:nvSpPr>
        <p:spPr>
          <a:xfrm>
            <a:off x="648930" y="629266"/>
            <a:ext cx="6188190" cy="1622321"/>
          </a:xfrm>
        </p:spPr>
        <p:txBody>
          <a:bodyPr>
            <a:normAutofit/>
          </a:bodyPr>
          <a:lstStyle/>
          <a:p>
            <a:r>
              <a:rPr lang="en-US">
                <a:solidFill>
                  <a:srgbClr val="EBEBEB"/>
                </a:solidFill>
              </a:rPr>
              <a:t>GitHub Repository</a:t>
            </a:r>
          </a:p>
        </p:txBody>
      </p:sp>
      <p:sp>
        <p:nvSpPr>
          <p:cNvPr id="23" name="Content Placeholder 2">
            <a:extLst>
              <a:ext uri="{FF2B5EF4-FFF2-40B4-BE49-F238E27FC236}">
                <a16:creationId xmlns:a16="http://schemas.microsoft.com/office/drawing/2014/main" id="{451A99F8-1599-88FD-13DF-F6D9DD58EB22}"/>
              </a:ext>
            </a:extLst>
          </p:cNvPr>
          <p:cNvSpPr>
            <a:spLocks noGrp="1"/>
          </p:cNvSpPr>
          <p:nvPr>
            <p:ph idx="1"/>
          </p:nvPr>
        </p:nvSpPr>
        <p:spPr>
          <a:xfrm>
            <a:off x="648930" y="2438400"/>
            <a:ext cx="6188189" cy="3785419"/>
          </a:xfrm>
        </p:spPr>
        <p:txBody>
          <a:bodyPr>
            <a:normAutofit/>
          </a:bodyPr>
          <a:lstStyle/>
          <a:p>
            <a:r>
              <a:rPr lang="en-US">
                <a:solidFill>
                  <a:srgbClr val="FFFFFF"/>
                </a:solidFill>
              </a:rPr>
              <a:t>The whole source code and documentation for the project can be found on </a:t>
            </a:r>
          </a:p>
          <a:p>
            <a:r>
              <a:rPr lang="en-US">
                <a:solidFill>
                  <a:srgbClr val="FFFFFF"/>
                </a:solidFill>
              </a:rPr>
              <a:t>GitHub:</a:t>
            </a:r>
            <a:br>
              <a:rPr lang="en-US">
                <a:solidFill>
                  <a:srgbClr val="FFFFFF"/>
                </a:solidFill>
              </a:rPr>
            </a:br>
            <a:r>
              <a:rPr lang="en-US">
                <a:solidFill>
                  <a:srgbClr val="FFFFFF"/>
                </a:solidFill>
              </a:rPr>
              <a:t>Repository URL: </a:t>
            </a:r>
            <a:r>
              <a:rPr lang="en-US">
                <a:solidFill>
                  <a:srgbClr val="FFFFFF"/>
                </a:solidFill>
                <a:hlinkClick r:id="rId3"/>
              </a:rPr>
              <a:t>https://github.com/Tsr2001/donation-platform</a:t>
            </a:r>
            <a:endParaRPr lang="en-US">
              <a:solidFill>
                <a:srgbClr val="FFFFFF"/>
              </a:solidFill>
            </a:endParaRPr>
          </a:p>
          <a:p>
            <a:r>
              <a:rPr lang="en-US">
                <a:solidFill>
                  <a:srgbClr val="FFFFFF"/>
                </a:solidFill>
              </a:rPr>
              <a:t>The repository contains the smart contract code, frontend application, deployment scripts, and user manuals.</a:t>
            </a:r>
          </a:p>
        </p:txBody>
      </p:sp>
      <p:sp>
        <p:nvSpPr>
          <p:cNvPr id="24" name="Freeform 31">
            <a:extLst>
              <a:ext uri="{FF2B5EF4-FFF2-40B4-BE49-F238E27FC236}">
                <a16:creationId xmlns:a16="http://schemas.microsoft.com/office/drawing/2014/main" id="{81CC9B02-E087-4350-AEBD-2C3CF001A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5974"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1">
              <a:alpha val="20000"/>
            </a:schemeClr>
          </a:solidFill>
          <a:ln>
            <a:noFill/>
          </a:ln>
        </p:spPr>
        <p:txBody>
          <a:bodyPr rtlCol="0" anchor="ctr"/>
          <a:lstStyle/>
          <a:p>
            <a:pPr algn="ctr"/>
            <a:endParaRPr lang="en-US"/>
          </a:p>
        </p:txBody>
      </p:sp>
      <p:pic>
        <p:nvPicPr>
          <p:cNvPr id="25" name="Picture 24" descr="Computer script on a screen">
            <a:extLst>
              <a:ext uri="{FF2B5EF4-FFF2-40B4-BE49-F238E27FC236}">
                <a16:creationId xmlns:a16="http://schemas.microsoft.com/office/drawing/2014/main" id="{CBB3878F-38A4-9F52-DBEF-6B8A730791D6}"/>
              </a:ext>
            </a:extLst>
          </p:cNvPr>
          <p:cNvPicPr>
            <a:picLocks noChangeAspect="1"/>
          </p:cNvPicPr>
          <p:nvPr/>
        </p:nvPicPr>
        <p:blipFill>
          <a:blip r:embed="rId4"/>
          <a:srcRect l="5959" r="45732" b="-2"/>
          <a:stretch/>
        </p:blipFill>
        <p:spPr>
          <a:xfrm>
            <a:off x="7229175" y="1"/>
            <a:ext cx="4963245" cy="6858001"/>
          </a:xfrm>
          <a:custGeom>
            <a:avLst/>
            <a:gdLst/>
            <a:ahLst/>
            <a:cxnLst/>
            <a:rect l="l" t="t" r="r" b="b"/>
            <a:pathLst>
              <a:path w="4963245" h="6858001">
                <a:moveTo>
                  <a:pt x="1177" y="0"/>
                </a:moveTo>
                <a:lnTo>
                  <a:pt x="1344715" y="0"/>
                </a:lnTo>
                <a:lnTo>
                  <a:pt x="1344715" y="1"/>
                </a:lnTo>
                <a:lnTo>
                  <a:pt x="4963245" y="1"/>
                </a:lnTo>
                <a:lnTo>
                  <a:pt x="4963244" y="6858001"/>
                </a:lnTo>
                <a:lnTo>
                  <a:pt x="900697" y="6858001"/>
                </a:lnTo>
                <a:lnTo>
                  <a:pt x="900697" y="6858000"/>
                </a:lnTo>
                <a:lnTo>
                  <a:pt x="0" y="6858000"/>
                </a:lnTo>
                <a:lnTo>
                  <a:pt x="5883" y="6817538"/>
                </a:lnTo>
                <a:lnTo>
                  <a:pt x="23196" y="6698894"/>
                </a:lnTo>
                <a:lnTo>
                  <a:pt x="35299" y="6612483"/>
                </a:lnTo>
                <a:lnTo>
                  <a:pt x="48073" y="6509613"/>
                </a:lnTo>
                <a:lnTo>
                  <a:pt x="63369" y="6387541"/>
                </a:lnTo>
                <a:lnTo>
                  <a:pt x="79506" y="6252438"/>
                </a:lnTo>
                <a:lnTo>
                  <a:pt x="96483" y="6100191"/>
                </a:lnTo>
                <a:lnTo>
                  <a:pt x="114469" y="5934227"/>
                </a:lnTo>
                <a:lnTo>
                  <a:pt x="132454" y="5753862"/>
                </a:lnTo>
                <a:lnTo>
                  <a:pt x="150776" y="5561838"/>
                </a:lnTo>
                <a:lnTo>
                  <a:pt x="167753" y="5354726"/>
                </a:lnTo>
                <a:lnTo>
                  <a:pt x="184058" y="5138013"/>
                </a:lnTo>
                <a:lnTo>
                  <a:pt x="198849" y="4908956"/>
                </a:lnTo>
                <a:lnTo>
                  <a:pt x="212969" y="4670298"/>
                </a:lnTo>
                <a:lnTo>
                  <a:pt x="226248" y="4421352"/>
                </a:lnTo>
                <a:lnTo>
                  <a:pt x="230955" y="4293793"/>
                </a:lnTo>
                <a:lnTo>
                  <a:pt x="236165" y="4163492"/>
                </a:lnTo>
                <a:lnTo>
                  <a:pt x="241040" y="4031133"/>
                </a:lnTo>
                <a:lnTo>
                  <a:pt x="244234" y="3898087"/>
                </a:lnTo>
                <a:lnTo>
                  <a:pt x="247091" y="3762299"/>
                </a:lnTo>
                <a:lnTo>
                  <a:pt x="250117" y="3625139"/>
                </a:lnTo>
                <a:lnTo>
                  <a:pt x="252134" y="3485236"/>
                </a:lnTo>
                <a:lnTo>
                  <a:pt x="252134" y="3343961"/>
                </a:lnTo>
                <a:lnTo>
                  <a:pt x="253142" y="3201315"/>
                </a:lnTo>
                <a:lnTo>
                  <a:pt x="252134" y="3057297"/>
                </a:lnTo>
                <a:lnTo>
                  <a:pt x="250117" y="2911221"/>
                </a:lnTo>
                <a:lnTo>
                  <a:pt x="248268" y="2765146"/>
                </a:lnTo>
                <a:lnTo>
                  <a:pt x="244234" y="2617013"/>
                </a:lnTo>
                <a:lnTo>
                  <a:pt x="240032" y="2467509"/>
                </a:lnTo>
                <a:lnTo>
                  <a:pt x="235157" y="2318004"/>
                </a:lnTo>
                <a:lnTo>
                  <a:pt x="228266" y="2167128"/>
                </a:lnTo>
                <a:lnTo>
                  <a:pt x="220029" y="2014881"/>
                </a:lnTo>
                <a:lnTo>
                  <a:pt x="212129" y="1861947"/>
                </a:lnTo>
                <a:lnTo>
                  <a:pt x="202044" y="1709014"/>
                </a:lnTo>
                <a:lnTo>
                  <a:pt x="189941" y="1554023"/>
                </a:lnTo>
                <a:lnTo>
                  <a:pt x="177839" y="1401090"/>
                </a:lnTo>
                <a:lnTo>
                  <a:pt x="163887" y="1245413"/>
                </a:lnTo>
                <a:lnTo>
                  <a:pt x="148591" y="1089051"/>
                </a:lnTo>
                <a:lnTo>
                  <a:pt x="132455" y="934746"/>
                </a:lnTo>
                <a:lnTo>
                  <a:pt x="113629" y="778383"/>
                </a:lnTo>
                <a:lnTo>
                  <a:pt x="93458" y="622707"/>
                </a:lnTo>
                <a:lnTo>
                  <a:pt x="73455" y="466344"/>
                </a:lnTo>
                <a:lnTo>
                  <a:pt x="50091" y="310668"/>
                </a:lnTo>
                <a:lnTo>
                  <a:pt x="26222" y="155677"/>
                </a:lnTo>
                <a:close/>
              </a:path>
            </a:pathLst>
          </a:custGeom>
        </p:spPr>
      </p:pic>
    </p:spTree>
    <p:extLst>
      <p:ext uri="{BB962C8B-B14F-4D97-AF65-F5344CB8AC3E}">
        <p14:creationId xmlns:p14="http://schemas.microsoft.com/office/powerpoint/2010/main" val="1181155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0F633-B597-BE14-C53B-ABE797234785}"/>
              </a:ext>
            </a:extLst>
          </p:cNvPr>
          <p:cNvSpPr>
            <a:spLocks noGrp="1"/>
          </p:cNvSpPr>
          <p:nvPr>
            <p:ph type="title"/>
          </p:nvPr>
        </p:nvSpPr>
        <p:spPr/>
        <p:txBody>
          <a:bodyPr/>
          <a:lstStyle/>
          <a:p>
            <a:r>
              <a:rPr lang="en-US" dirty="0"/>
              <a:t>Demo Link</a:t>
            </a:r>
            <a:br>
              <a:rPr lang="en-US" dirty="0"/>
            </a:br>
            <a:endParaRPr lang="en-US" dirty="0"/>
          </a:p>
        </p:txBody>
      </p:sp>
      <p:sp>
        <p:nvSpPr>
          <p:cNvPr id="3" name="Content Placeholder 2">
            <a:extLst>
              <a:ext uri="{FF2B5EF4-FFF2-40B4-BE49-F238E27FC236}">
                <a16:creationId xmlns:a16="http://schemas.microsoft.com/office/drawing/2014/main" id="{5781E724-2A4C-D47A-43D3-CEF3C752E7F3}"/>
              </a:ext>
            </a:extLst>
          </p:cNvPr>
          <p:cNvSpPr>
            <a:spLocks noGrp="1"/>
          </p:cNvSpPr>
          <p:nvPr>
            <p:ph idx="1"/>
          </p:nvPr>
        </p:nvSpPr>
        <p:spPr/>
        <p:txBody>
          <a:bodyPr/>
          <a:lstStyle/>
          <a:p>
            <a:r>
              <a:rPr lang="en-US" dirty="0"/>
              <a:t>https://</a:t>
            </a:r>
            <a:r>
              <a:rPr lang="en-US" dirty="0" err="1"/>
              <a:t>umsystem.hosted.panopto.com</a:t>
            </a:r>
            <a:r>
              <a:rPr lang="en-US" dirty="0"/>
              <a:t>/Panopto/Pages/</a:t>
            </a:r>
            <a:r>
              <a:rPr lang="en-US" dirty="0" err="1"/>
              <a:t>Viewer.aspx?id</a:t>
            </a:r>
            <a:r>
              <a:rPr lang="en-US" dirty="0"/>
              <a:t>=43ef65e3-eddf-431c-b47c-b2420055002b</a:t>
            </a:r>
          </a:p>
        </p:txBody>
      </p:sp>
    </p:spTree>
    <p:extLst>
      <p:ext uri="{BB962C8B-B14F-4D97-AF65-F5344CB8AC3E}">
        <p14:creationId xmlns:p14="http://schemas.microsoft.com/office/powerpoint/2010/main" val="1592958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en-US"/>
          </a:p>
        </p:txBody>
      </p:sp>
      <p:sp>
        <p:nvSpPr>
          <p:cNvPr id="2" name="Title 1">
            <a:extLst>
              <a:ext uri="{FF2B5EF4-FFF2-40B4-BE49-F238E27FC236}">
                <a16:creationId xmlns:a16="http://schemas.microsoft.com/office/drawing/2014/main" id="{8BB13D1D-0F4B-8653-6155-3574E9A41624}"/>
              </a:ext>
            </a:extLst>
          </p:cNvPr>
          <p:cNvSpPr>
            <a:spLocks noGrp="1"/>
          </p:cNvSpPr>
          <p:nvPr>
            <p:ph type="title"/>
          </p:nvPr>
        </p:nvSpPr>
        <p:spPr>
          <a:xfrm>
            <a:off x="806195" y="804672"/>
            <a:ext cx="3521359" cy="5248656"/>
          </a:xfrm>
        </p:spPr>
        <p:txBody>
          <a:bodyPr anchor="ctr">
            <a:normAutofit/>
          </a:bodyPr>
          <a:lstStyle/>
          <a:p>
            <a:pPr algn="ctr"/>
            <a:r>
              <a:rPr lang="en-US" dirty="0"/>
              <a:t>Conclusion</a:t>
            </a:r>
            <a:br>
              <a:rPr lang="en-US" dirty="0"/>
            </a:br>
            <a:endParaRPr lang="en-US"/>
          </a:p>
        </p:txBody>
      </p:sp>
      <p:sp>
        <p:nvSpPr>
          <p:cNvPr id="7" name="Content Placeholder 2">
            <a:extLst>
              <a:ext uri="{FF2B5EF4-FFF2-40B4-BE49-F238E27FC236}">
                <a16:creationId xmlns:a16="http://schemas.microsoft.com/office/drawing/2014/main" id="{707CA038-A5B2-E250-03CD-1362293944C9}"/>
              </a:ext>
            </a:extLst>
          </p:cNvPr>
          <p:cNvSpPr>
            <a:spLocks noGrp="1"/>
          </p:cNvSpPr>
          <p:nvPr>
            <p:ph idx="1"/>
          </p:nvPr>
        </p:nvSpPr>
        <p:spPr>
          <a:xfrm>
            <a:off x="4975861" y="804671"/>
            <a:ext cx="6399930" cy="5248657"/>
          </a:xfrm>
        </p:spPr>
        <p:txBody>
          <a:bodyPr anchor="ctr">
            <a:normAutofit/>
          </a:bodyPr>
          <a:lstStyle/>
          <a:p>
            <a:r>
              <a:rPr lang="en-US"/>
              <a:t>The Decentralized Charity Donation Platform provides a secure and transparent fundraising option for charities.</a:t>
            </a:r>
          </a:p>
          <a:p>
            <a:r>
              <a:rPr lang="en-US"/>
              <a:t>Using blockchain technology, the platform assures that all transactions are immutable and traceable, giving donors trust in the donation process.</a:t>
            </a:r>
          </a:p>
          <a:p>
            <a:r>
              <a:rPr lang="en-US"/>
              <a:t>This project demonstrates how decentralized applications can improve trust and accountability in the charity sector.</a:t>
            </a:r>
          </a:p>
        </p:txBody>
      </p:sp>
    </p:spTree>
    <p:extLst>
      <p:ext uri="{BB962C8B-B14F-4D97-AF65-F5344CB8AC3E}">
        <p14:creationId xmlns:p14="http://schemas.microsoft.com/office/powerpoint/2010/main" val="335206114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474</TotalTime>
  <Words>855</Words>
  <Application>Microsoft Macintosh PowerPoint</Application>
  <PresentationFormat>Widescreen</PresentationFormat>
  <Paragraphs>61</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Century Gothic</vt:lpstr>
      <vt:lpstr>Times New Roman</vt:lpstr>
      <vt:lpstr>Wingdings 3</vt:lpstr>
      <vt:lpstr>Ion</vt:lpstr>
      <vt:lpstr>Decentralized Charity Donation Platform</vt:lpstr>
      <vt:lpstr>Introduction</vt:lpstr>
      <vt:lpstr>Problem Statement</vt:lpstr>
      <vt:lpstr>Proposed Solution</vt:lpstr>
      <vt:lpstr>Why Blockchain for Decentralized Charity Donation Platform?</vt:lpstr>
      <vt:lpstr>Key Features</vt:lpstr>
      <vt:lpstr>Architecture</vt:lpstr>
      <vt:lpstr>Technology Stack</vt:lpstr>
      <vt:lpstr>Challenges Faced</vt:lpstr>
      <vt:lpstr>Solutions to Challenges</vt:lpstr>
      <vt:lpstr>GitHub Repository</vt:lpstr>
      <vt:lpstr>Demo Link </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Thumma, Sunil Reddy (UMKC-Student)</dc:creator>
  <cp:lastModifiedBy>Thumma, Sunil Reddy (UMKC-Student)</cp:lastModifiedBy>
  <cp:revision>3</cp:revision>
  <dcterms:created xsi:type="dcterms:W3CDTF">2024-11-18T21:58:36Z</dcterms:created>
  <dcterms:modified xsi:type="dcterms:W3CDTF">2024-12-10T05:21:00Z</dcterms:modified>
</cp:coreProperties>
</file>