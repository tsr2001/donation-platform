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2" r:id="rId1"/>
  </p:sldMasterIdLst>
  <p:sldIdLst>
    <p:sldId id="256" r:id="rId2"/>
    <p:sldId id="257" r:id="rId3"/>
    <p:sldId id="263" r:id="rId4"/>
    <p:sldId id="258"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1D1958-0AB9-CD49-BC50-5DF1F710E28D}" v="49" dt="2024-11-19T05:04:49.1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1"/>
  </p:normalViewPr>
  <p:slideViewPr>
    <p:cSldViewPr snapToGrid="0">
      <p:cViewPr varScale="1">
        <p:scale>
          <a:sx n="90" d="100"/>
          <a:sy n="90" d="100"/>
        </p:scale>
        <p:origin x="232"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umma, Sunil Reddy (UMKC-Student)" userId="837c1f7e-fa35-479d-afd6-25c5d3371c0a" providerId="ADAL" clId="{F41D1958-0AB9-CD49-BC50-5DF1F710E28D}"/>
    <pc:docChg chg="undo redo custSel addSld modSld">
      <pc:chgData name="Thumma, Sunil Reddy (UMKC-Student)" userId="837c1f7e-fa35-479d-afd6-25c5d3371c0a" providerId="ADAL" clId="{F41D1958-0AB9-CD49-BC50-5DF1F710E28D}" dt="2024-11-19T05:04:49.150" v="246" actId="20577"/>
      <pc:docMkLst>
        <pc:docMk/>
      </pc:docMkLst>
      <pc:sldChg chg="addSp delSp modSp mod setBg addAnim delAnim setClrOvrMap">
        <pc:chgData name="Thumma, Sunil Reddy (UMKC-Student)" userId="837c1f7e-fa35-479d-afd6-25c5d3371c0a" providerId="ADAL" clId="{F41D1958-0AB9-CD49-BC50-5DF1F710E28D}" dt="2024-11-19T05:04:49.150" v="246" actId="20577"/>
        <pc:sldMkLst>
          <pc:docMk/>
          <pc:sldMk cId="3018176985" sldId="256"/>
        </pc:sldMkLst>
        <pc:spChg chg="mod ord">
          <ac:chgData name="Thumma, Sunil Reddy (UMKC-Student)" userId="837c1f7e-fa35-479d-afd6-25c5d3371c0a" providerId="ADAL" clId="{F41D1958-0AB9-CD49-BC50-5DF1F710E28D}" dt="2024-11-19T04:58:37.937" v="203" actId="27636"/>
          <ac:spMkLst>
            <pc:docMk/>
            <pc:sldMk cId="3018176985" sldId="256"/>
            <ac:spMk id="2" creationId="{A2A10D54-E461-9560-99B0-C6AC37A8D732}"/>
          </ac:spMkLst>
        </pc:spChg>
        <pc:spChg chg="mod">
          <ac:chgData name="Thumma, Sunil Reddy (UMKC-Student)" userId="837c1f7e-fa35-479d-afd6-25c5d3371c0a" providerId="ADAL" clId="{F41D1958-0AB9-CD49-BC50-5DF1F710E28D}" dt="2024-11-19T05:04:49.150" v="246" actId="20577"/>
          <ac:spMkLst>
            <pc:docMk/>
            <pc:sldMk cId="3018176985" sldId="256"/>
            <ac:spMk id="3" creationId="{5AEB7313-A145-0C9D-5495-DE544DD55A83}"/>
          </ac:spMkLst>
        </pc:spChg>
        <pc:spChg chg="add del">
          <ac:chgData name="Thumma, Sunil Reddy (UMKC-Student)" userId="837c1f7e-fa35-479d-afd6-25c5d3371c0a" providerId="ADAL" clId="{F41D1958-0AB9-CD49-BC50-5DF1F710E28D}" dt="2024-11-18T22:46:41.283" v="130" actId="26606"/>
          <ac:spMkLst>
            <pc:docMk/>
            <pc:sldMk cId="3018176985" sldId="256"/>
            <ac:spMk id="8" creationId="{8A0B882D-4FEF-4E28-9811-11D57386D4F4}"/>
          </ac:spMkLst>
        </pc:spChg>
        <pc:spChg chg="add del">
          <ac:chgData name="Thumma, Sunil Reddy (UMKC-Student)" userId="837c1f7e-fa35-479d-afd6-25c5d3371c0a" providerId="ADAL" clId="{F41D1958-0AB9-CD49-BC50-5DF1F710E28D}" dt="2024-11-19T04:58:37.902" v="201" actId="26606"/>
          <ac:spMkLst>
            <pc:docMk/>
            <pc:sldMk cId="3018176985" sldId="256"/>
            <ac:spMk id="9" creationId="{C885E190-58DD-42DD-A4A8-401E15C92A52}"/>
          </ac:spMkLst>
        </pc:spChg>
        <pc:spChg chg="add del">
          <ac:chgData name="Thumma, Sunil Reddy (UMKC-Student)" userId="837c1f7e-fa35-479d-afd6-25c5d3371c0a" providerId="ADAL" clId="{F41D1958-0AB9-CD49-BC50-5DF1F710E28D}" dt="2024-11-18T22:46:41.283" v="130" actId="26606"/>
          <ac:spMkLst>
            <pc:docMk/>
            <pc:sldMk cId="3018176985" sldId="256"/>
            <ac:spMk id="10" creationId="{E8DA6D14-0849-4180-8DEF-F2F6BF123206}"/>
          </ac:spMkLst>
        </pc:spChg>
        <pc:spChg chg="add">
          <ac:chgData name="Thumma, Sunil Reddy (UMKC-Student)" userId="837c1f7e-fa35-479d-afd6-25c5d3371c0a" providerId="ADAL" clId="{F41D1958-0AB9-CD49-BC50-5DF1F710E28D}" dt="2024-11-19T04:58:37.913" v="202" actId="26606"/>
          <ac:spMkLst>
            <pc:docMk/>
            <pc:sldMk cId="3018176985" sldId="256"/>
            <ac:spMk id="11" creationId="{DE27238C-8EAF-4098-86E6-7723B7DAE601}"/>
          </ac:spMkLst>
        </pc:spChg>
        <pc:spChg chg="add">
          <ac:chgData name="Thumma, Sunil Reddy (UMKC-Student)" userId="837c1f7e-fa35-479d-afd6-25c5d3371c0a" providerId="ADAL" clId="{F41D1958-0AB9-CD49-BC50-5DF1F710E28D}" dt="2024-11-19T04:58:37.913" v="202" actId="26606"/>
          <ac:spMkLst>
            <pc:docMk/>
            <pc:sldMk cId="3018176985" sldId="256"/>
            <ac:spMk id="12" creationId="{78C6C821-FEE1-4EB6-9590-C021440C77DE}"/>
          </ac:spMkLst>
        </pc:spChg>
        <pc:spChg chg="add">
          <ac:chgData name="Thumma, Sunil Reddy (UMKC-Student)" userId="837c1f7e-fa35-479d-afd6-25c5d3371c0a" providerId="ADAL" clId="{F41D1958-0AB9-CD49-BC50-5DF1F710E28D}" dt="2024-11-19T04:58:37.913" v="202" actId="26606"/>
          <ac:spMkLst>
            <pc:docMk/>
            <pc:sldMk cId="3018176985" sldId="256"/>
            <ac:spMk id="13" creationId="{992F97B1-1891-4FCC-9E5F-BA97EDB48F89}"/>
          </ac:spMkLst>
        </pc:spChg>
        <pc:spChg chg="add">
          <ac:chgData name="Thumma, Sunil Reddy (UMKC-Student)" userId="837c1f7e-fa35-479d-afd6-25c5d3371c0a" providerId="ADAL" clId="{F41D1958-0AB9-CD49-BC50-5DF1F710E28D}" dt="2024-11-19T04:58:37.913" v="202" actId="26606"/>
          <ac:spMkLst>
            <pc:docMk/>
            <pc:sldMk cId="3018176985" sldId="256"/>
            <ac:spMk id="14" creationId="{B61A74B3-E247-44D4-8C48-FAE8E2056401}"/>
          </ac:spMkLst>
        </pc:spChg>
        <pc:picChg chg="add del">
          <ac:chgData name="Thumma, Sunil Reddy (UMKC-Student)" userId="837c1f7e-fa35-479d-afd6-25c5d3371c0a" providerId="ADAL" clId="{F41D1958-0AB9-CD49-BC50-5DF1F710E28D}" dt="2024-11-19T04:58:37.902" v="201" actId="26606"/>
          <ac:picMkLst>
            <pc:docMk/>
            <pc:sldMk cId="3018176985" sldId="256"/>
            <ac:picMk id="5" creationId="{409DDD26-2DC8-2D1E-FA2A-C672CC2ADB76}"/>
          </ac:picMkLst>
        </pc:picChg>
      </pc:sldChg>
      <pc:sldChg chg="addSp delSp modSp mod setBg setClrOvrMap">
        <pc:chgData name="Thumma, Sunil Reddy (UMKC-Student)" userId="837c1f7e-fa35-479d-afd6-25c5d3371c0a" providerId="ADAL" clId="{F41D1958-0AB9-CD49-BC50-5DF1F710E28D}" dt="2024-11-19T04:59:03.942" v="205" actId="123"/>
        <pc:sldMkLst>
          <pc:docMk/>
          <pc:sldMk cId="87941942" sldId="257"/>
        </pc:sldMkLst>
        <pc:spChg chg="mod">
          <ac:chgData name="Thumma, Sunil Reddy (UMKC-Student)" userId="837c1f7e-fa35-479d-afd6-25c5d3371c0a" providerId="ADAL" clId="{F41D1958-0AB9-CD49-BC50-5DF1F710E28D}" dt="2024-11-19T04:58:57.925" v="204" actId="26606"/>
          <ac:spMkLst>
            <pc:docMk/>
            <pc:sldMk cId="87941942" sldId="257"/>
            <ac:spMk id="2" creationId="{55C0D519-2315-702E-E131-4C519B60F2F8}"/>
          </ac:spMkLst>
        </pc:spChg>
        <pc:spChg chg="mod">
          <ac:chgData name="Thumma, Sunil Reddy (UMKC-Student)" userId="837c1f7e-fa35-479d-afd6-25c5d3371c0a" providerId="ADAL" clId="{F41D1958-0AB9-CD49-BC50-5DF1F710E28D}" dt="2024-11-19T04:59:03.942" v="205" actId="123"/>
          <ac:spMkLst>
            <pc:docMk/>
            <pc:sldMk cId="87941942" sldId="257"/>
            <ac:spMk id="3" creationId="{29C43B74-97AA-478E-BB9F-A7C82C4BBAB7}"/>
          </ac:spMkLst>
        </pc:spChg>
        <pc:spChg chg="add">
          <ac:chgData name="Thumma, Sunil Reddy (UMKC-Student)" userId="837c1f7e-fa35-479d-afd6-25c5d3371c0a" providerId="ADAL" clId="{F41D1958-0AB9-CD49-BC50-5DF1F710E28D}" dt="2024-11-19T04:58:57.925" v="204" actId="26606"/>
          <ac:spMkLst>
            <pc:docMk/>
            <pc:sldMk cId="87941942" sldId="257"/>
            <ac:spMk id="6" creationId="{0D9B8FD4-CDEB-4EB4-B4DE-C89E11938958}"/>
          </ac:spMkLst>
        </pc:spChg>
        <pc:spChg chg="add">
          <ac:chgData name="Thumma, Sunil Reddy (UMKC-Student)" userId="837c1f7e-fa35-479d-afd6-25c5d3371c0a" providerId="ADAL" clId="{F41D1958-0AB9-CD49-BC50-5DF1F710E28D}" dt="2024-11-19T04:58:57.925" v="204" actId="26606"/>
          <ac:spMkLst>
            <pc:docMk/>
            <pc:sldMk cId="87941942" sldId="257"/>
            <ac:spMk id="7" creationId="{5A2E3D1D-9E9F-4739-BA14-D4D7FA9FBDD1}"/>
          </ac:spMkLst>
        </pc:spChg>
        <pc:spChg chg="add del">
          <ac:chgData name="Thumma, Sunil Reddy (UMKC-Student)" userId="837c1f7e-fa35-479d-afd6-25c5d3371c0a" providerId="ADAL" clId="{F41D1958-0AB9-CD49-BC50-5DF1F710E28D}" dt="2024-11-18T22:46:40.779" v="129" actId="26606"/>
          <ac:spMkLst>
            <pc:docMk/>
            <pc:sldMk cId="87941942" sldId="257"/>
            <ac:spMk id="8" creationId="{74CD14DB-BB81-479F-A1FC-1C75640E9F84}"/>
          </ac:spMkLst>
        </pc:spChg>
        <pc:spChg chg="add del">
          <ac:chgData name="Thumma, Sunil Reddy (UMKC-Student)" userId="837c1f7e-fa35-479d-afd6-25c5d3371c0a" providerId="ADAL" clId="{F41D1958-0AB9-CD49-BC50-5DF1F710E28D}" dt="2024-11-18T22:40:59.699" v="73" actId="26606"/>
          <ac:spMkLst>
            <pc:docMk/>
            <pc:sldMk cId="87941942" sldId="257"/>
            <ac:spMk id="9" creationId="{C8A3C342-1D03-412F-8DD3-BF519E8E0AE9}"/>
          </ac:spMkLst>
        </pc:spChg>
        <pc:spChg chg="add del">
          <ac:chgData name="Thumma, Sunil Reddy (UMKC-Student)" userId="837c1f7e-fa35-479d-afd6-25c5d3371c0a" providerId="ADAL" clId="{F41D1958-0AB9-CD49-BC50-5DF1F710E28D}" dt="2024-11-18T22:46:40.779" v="129" actId="26606"/>
          <ac:spMkLst>
            <pc:docMk/>
            <pc:sldMk cId="87941942" sldId="257"/>
            <ac:spMk id="10" creationId="{C943A91B-7CA7-4592-A975-73B1BF8C4C74}"/>
          </ac:spMkLst>
        </pc:spChg>
        <pc:spChg chg="add del">
          <ac:chgData name="Thumma, Sunil Reddy (UMKC-Student)" userId="837c1f7e-fa35-479d-afd6-25c5d3371c0a" providerId="ADAL" clId="{F41D1958-0AB9-CD49-BC50-5DF1F710E28D}" dt="2024-11-18T22:40:59.699" v="73" actId="26606"/>
          <ac:spMkLst>
            <pc:docMk/>
            <pc:sldMk cId="87941942" sldId="257"/>
            <ac:spMk id="11" creationId="{81CC9B02-E087-4350-AEBD-2C3CF001AF01}"/>
          </ac:spMkLst>
        </pc:spChg>
        <pc:spChg chg="add del">
          <ac:chgData name="Thumma, Sunil Reddy (UMKC-Student)" userId="837c1f7e-fa35-479d-afd6-25c5d3371c0a" providerId="ADAL" clId="{F41D1958-0AB9-CD49-BC50-5DF1F710E28D}" dt="2024-11-18T22:46:40.779" v="129" actId="26606"/>
          <ac:spMkLst>
            <pc:docMk/>
            <pc:sldMk cId="87941942" sldId="257"/>
            <ac:spMk id="12" creationId="{EC471314-E46A-414B-8D91-74880E84F187}"/>
          </ac:spMkLst>
        </pc:spChg>
        <pc:spChg chg="add">
          <ac:chgData name="Thumma, Sunil Reddy (UMKC-Student)" userId="837c1f7e-fa35-479d-afd6-25c5d3371c0a" providerId="ADAL" clId="{F41D1958-0AB9-CD49-BC50-5DF1F710E28D}" dt="2024-11-19T04:58:57.925" v="204" actId="26606"/>
          <ac:spMkLst>
            <pc:docMk/>
            <pc:sldMk cId="87941942" sldId="257"/>
            <ac:spMk id="13" creationId="{1FFB365B-E9DC-4859-B8AB-CB83EEBE4E28}"/>
          </ac:spMkLst>
        </pc:spChg>
        <pc:spChg chg="add del">
          <ac:chgData name="Thumma, Sunil Reddy (UMKC-Student)" userId="837c1f7e-fa35-479d-afd6-25c5d3371c0a" providerId="ADAL" clId="{F41D1958-0AB9-CD49-BC50-5DF1F710E28D}" dt="2024-11-18T22:46:40.779" v="129" actId="26606"/>
          <ac:spMkLst>
            <pc:docMk/>
            <pc:sldMk cId="87941942" sldId="257"/>
            <ac:spMk id="14" creationId="{6A681326-1C9D-44A3-A627-3871BDAE4127}"/>
          </ac:spMkLst>
        </pc:spChg>
        <pc:spChg chg="add">
          <ac:chgData name="Thumma, Sunil Reddy (UMKC-Student)" userId="837c1f7e-fa35-479d-afd6-25c5d3371c0a" providerId="ADAL" clId="{F41D1958-0AB9-CD49-BC50-5DF1F710E28D}" dt="2024-11-19T04:58:57.925" v="204" actId="26606"/>
          <ac:spMkLst>
            <pc:docMk/>
            <pc:sldMk cId="87941942" sldId="257"/>
            <ac:spMk id="15" creationId="{8ADAB9C8-EB37-4914-A699-C716FC8FE4FE}"/>
          </ac:spMkLst>
        </pc:spChg>
        <pc:picChg chg="add del">
          <ac:chgData name="Thumma, Sunil Reddy (UMKC-Student)" userId="837c1f7e-fa35-479d-afd6-25c5d3371c0a" providerId="ADAL" clId="{F41D1958-0AB9-CD49-BC50-5DF1F710E28D}" dt="2024-11-18T22:40:59.699" v="73" actId="26606"/>
          <ac:picMkLst>
            <pc:docMk/>
            <pc:sldMk cId="87941942" sldId="257"/>
            <ac:picMk id="5" creationId="{FE4FF8DD-4A49-8749-152D-258834666B58}"/>
          </ac:picMkLst>
        </pc:picChg>
      </pc:sldChg>
      <pc:sldChg chg="addSp modSp mod setBg">
        <pc:chgData name="Thumma, Sunil Reddy (UMKC-Student)" userId="837c1f7e-fa35-479d-afd6-25c5d3371c0a" providerId="ADAL" clId="{F41D1958-0AB9-CD49-BC50-5DF1F710E28D}" dt="2024-11-19T05:01:05.711" v="215" actId="26606"/>
        <pc:sldMkLst>
          <pc:docMk/>
          <pc:sldMk cId="2055780001" sldId="258"/>
        </pc:sldMkLst>
        <pc:spChg chg="mod">
          <ac:chgData name="Thumma, Sunil Reddy (UMKC-Student)" userId="837c1f7e-fa35-479d-afd6-25c5d3371c0a" providerId="ADAL" clId="{F41D1958-0AB9-CD49-BC50-5DF1F710E28D}" dt="2024-11-19T05:01:05.711" v="215" actId="26606"/>
          <ac:spMkLst>
            <pc:docMk/>
            <pc:sldMk cId="2055780001" sldId="258"/>
            <ac:spMk id="2" creationId="{905DE7D4-9C17-B1BA-1217-5E46BDC2F88C}"/>
          </ac:spMkLst>
        </pc:spChg>
        <pc:spChg chg="mod">
          <ac:chgData name="Thumma, Sunil Reddy (UMKC-Student)" userId="837c1f7e-fa35-479d-afd6-25c5d3371c0a" providerId="ADAL" clId="{F41D1958-0AB9-CD49-BC50-5DF1F710E28D}" dt="2024-11-19T05:01:05.711" v="215" actId="26606"/>
          <ac:spMkLst>
            <pc:docMk/>
            <pc:sldMk cId="2055780001" sldId="258"/>
            <ac:spMk id="3" creationId="{7B7019E6-5058-2023-1F04-8D8178F3270A}"/>
          </ac:spMkLst>
        </pc:spChg>
        <pc:spChg chg="add">
          <ac:chgData name="Thumma, Sunil Reddy (UMKC-Student)" userId="837c1f7e-fa35-479d-afd6-25c5d3371c0a" providerId="ADAL" clId="{F41D1958-0AB9-CD49-BC50-5DF1F710E28D}" dt="2024-11-19T05:01:05.711" v="215" actId="26606"/>
          <ac:spMkLst>
            <pc:docMk/>
            <pc:sldMk cId="2055780001" sldId="258"/>
            <ac:spMk id="8" creationId="{923E8915-D2AA-4327-A45A-972C3CA9574B}"/>
          </ac:spMkLst>
        </pc:spChg>
        <pc:spChg chg="add">
          <ac:chgData name="Thumma, Sunil Reddy (UMKC-Student)" userId="837c1f7e-fa35-479d-afd6-25c5d3371c0a" providerId="ADAL" clId="{F41D1958-0AB9-CD49-BC50-5DF1F710E28D}" dt="2024-11-19T05:01:05.711" v="215" actId="26606"/>
          <ac:spMkLst>
            <pc:docMk/>
            <pc:sldMk cId="2055780001" sldId="258"/>
            <ac:spMk id="10" creationId="{8302FC3C-9804-4950-B721-5FD704BA6065}"/>
          </ac:spMkLst>
        </pc:spChg>
        <pc:spChg chg="add">
          <ac:chgData name="Thumma, Sunil Reddy (UMKC-Student)" userId="837c1f7e-fa35-479d-afd6-25c5d3371c0a" providerId="ADAL" clId="{F41D1958-0AB9-CD49-BC50-5DF1F710E28D}" dt="2024-11-19T05:01:05.711" v="215" actId="26606"/>
          <ac:spMkLst>
            <pc:docMk/>
            <pc:sldMk cId="2055780001" sldId="258"/>
            <ac:spMk id="16" creationId="{F3798573-F27B-47EB-8EA4-7EE34954C2D6}"/>
          </ac:spMkLst>
        </pc:spChg>
        <pc:picChg chg="add">
          <ac:chgData name="Thumma, Sunil Reddy (UMKC-Student)" userId="837c1f7e-fa35-479d-afd6-25c5d3371c0a" providerId="ADAL" clId="{F41D1958-0AB9-CD49-BC50-5DF1F710E28D}" dt="2024-11-19T05:01:05.711" v="215" actId="26606"/>
          <ac:picMkLst>
            <pc:docMk/>
            <pc:sldMk cId="2055780001" sldId="258"/>
            <ac:picMk id="14" creationId="{3BC6EBB2-9BDC-4075-BA6B-43A9FBF9C86C}"/>
          </ac:picMkLst>
        </pc:picChg>
        <pc:cxnChg chg="add">
          <ac:chgData name="Thumma, Sunil Reddy (UMKC-Student)" userId="837c1f7e-fa35-479d-afd6-25c5d3371c0a" providerId="ADAL" clId="{F41D1958-0AB9-CD49-BC50-5DF1F710E28D}" dt="2024-11-19T05:01:05.711" v="215" actId="26606"/>
          <ac:cxnSpMkLst>
            <pc:docMk/>
            <pc:sldMk cId="2055780001" sldId="258"/>
            <ac:cxnSpMk id="12" creationId="{6B9695BD-ECF6-49CA-8877-8C493193C65D}"/>
          </ac:cxnSpMkLst>
        </pc:cxnChg>
      </pc:sldChg>
      <pc:sldChg chg="addSp delSp modSp mod setBg setClrOvrMap delDesignElem">
        <pc:chgData name="Thumma, Sunil Reddy (UMKC-Student)" userId="837c1f7e-fa35-479d-afd6-25c5d3371c0a" providerId="ADAL" clId="{F41D1958-0AB9-CD49-BC50-5DF1F710E28D}" dt="2024-11-19T05:01:34.309" v="219" actId="26606"/>
        <pc:sldMkLst>
          <pc:docMk/>
          <pc:sldMk cId="4255524024" sldId="259"/>
        </pc:sldMkLst>
        <pc:spChg chg="mod">
          <ac:chgData name="Thumma, Sunil Reddy (UMKC-Student)" userId="837c1f7e-fa35-479d-afd6-25c5d3371c0a" providerId="ADAL" clId="{F41D1958-0AB9-CD49-BC50-5DF1F710E28D}" dt="2024-11-19T05:01:17.093" v="216" actId="26606"/>
          <ac:spMkLst>
            <pc:docMk/>
            <pc:sldMk cId="4255524024" sldId="259"/>
            <ac:spMk id="2" creationId="{C605CBFB-2150-CD04-8850-5FB01AA991CB}"/>
          </ac:spMkLst>
        </pc:spChg>
        <pc:spChg chg="add del mod">
          <ac:chgData name="Thumma, Sunil Reddy (UMKC-Student)" userId="837c1f7e-fa35-479d-afd6-25c5d3371c0a" providerId="ADAL" clId="{F41D1958-0AB9-CD49-BC50-5DF1F710E28D}" dt="2024-11-19T05:01:17.093" v="216" actId="26606"/>
          <ac:spMkLst>
            <pc:docMk/>
            <pc:sldMk cId="4255524024" sldId="259"/>
            <ac:spMk id="3" creationId="{EF2138EA-62FA-E3A0-B2BA-7E8ECC91D1A8}"/>
          </ac:spMkLst>
        </pc:spChg>
        <pc:spChg chg="add del">
          <ac:chgData name="Thumma, Sunil Reddy (UMKC-Student)" userId="837c1f7e-fa35-479d-afd6-25c5d3371c0a" providerId="ADAL" clId="{F41D1958-0AB9-CD49-BC50-5DF1F710E28D}" dt="2024-11-19T05:01:34.309" v="219" actId="26606"/>
          <ac:spMkLst>
            <pc:docMk/>
            <pc:sldMk cId="4255524024" sldId="259"/>
            <ac:spMk id="7" creationId="{F747F1B4-B831-4277-8AB0-32767F7EB7BF}"/>
          </ac:spMkLst>
        </pc:spChg>
        <pc:spChg chg="add del">
          <ac:chgData name="Thumma, Sunil Reddy (UMKC-Student)" userId="837c1f7e-fa35-479d-afd6-25c5d3371c0a" providerId="ADAL" clId="{F41D1958-0AB9-CD49-BC50-5DF1F710E28D}" dt="2024-11-18T22:41:45.782" v="95" actId="26606"/>
          <ac:spMkLst>
            <pc:docMk/>
            <pc:sldMk cId="4255524024" sldId="259"/>
            <ac:spMk id="8" creationId="{F837543A-6020-4505-A233-C9DB4BF74011}"/>
          </ac:spMkLst>
        </pc:spChg>
        <pc:spChg chg="add del">
          <ac:chgData name="Thumma, Sunil Reddy (UMKC-Student)" userId="837c1f7e-fa35-479d-afd6-25c5d3371c0a" providerId="ADAL" clId="{F41D1958-0AB9-CD49-BC50-5DF1F710E28D}" dt="2024-11-18T22:42:07.531" v="101" actId="26606"/>
          <ac:spMkLst>
            <pc:docMk/>
            <pc:sldMk cId="4255524024" sldId="259"/>
            <ac:spMk id="9" creationId="{AE2B703B-46F9-481A-A605-82E2A828C4FA}"/>
          </ac:spMkLst>
        </pc:spChg>
        <pc:spChg chg="add del">
          <ac:chgData name="Thumma, Sunil Reddy (UMKC-Student)" userId="837c1f7e-fa35-479d-afd6-25c5d3371c0a" providerId="ADAL" clId="{F41D1958-0AB9-CD49-BC50-5DF1F710E28D}" dt="2024-11-18T22:41:27.217" v="87" actId="26606"/>
          <ac:spMkLst>
            <pc:docMk/>
            <pc:sldMk cId="4255524024" sldId="259"/>
            <ac:spMk id="10" creationId="{D93394DA-E684-47C2-9020-13225823F40A}"/>
          </ac:spMkLst>
        </pc:spChg>
        <pc:spChg chg="add del">
          <ac:chgData name="Thumma, Sunil Reddy (UMKC-Student)" userId="837c1f7e-fa35-479d-afd6-25c5d3371c0a" providerId="ADAL" clId="{F41D1958-0AB9-CD49-BC50-5DF1F710E28D}" dt="2024-11-18T22:42:31.609" v="110" actId="26606"/>
          <ac:spMkLst>
            <pc:docMk/>
            <pc:sldMk cId="4255524024" sldId="259"/>
            <ac:spMk id="11" creationId="{A71EEC14-174A-46FA-B046-474750457130}"/>
          </ac:spMkLst>
        </pc:spChg>
        <pc:spChg chg="add del">
          <ac:chgData name="Thumma, Sunil Reddy (UMKC-Student)" userId="837c1f7e-fa35-479d-afd6-25c5d3371c0a" providerId="ADAL" clId="{F41D1958-0AB9-CD49-BC50-5DF1F710E28D}" dt="2024-11-19T05:01:34.309" v="219" actId="26606"/>
          <ac:spMkLst>
            <pc:docMk/>
            <pc:sldMk cId="4255524024" sldId="259"/>
            <ac:spMk id="15" creationId="{10B541F0-7F6E-402E-84D8-CF96EACA5FBC}"/>
          </ac:spMkLst>
        </pc:spChg>
        <pc:spChg chg="add del">
          <ac:chgData name="Thumma, Sunil Reddy (UMKC-Student)" userId="837c1f7e-fa35-479d-afd6-25c5d3371c0a" providerId="ADAL" clId="{F41D1958-0AB9-CD49-BC50-5DF1F710E28D}" dt="2024-11-18T22:41:45.782" v="95" actId="26606"/>
          <ac:spMkLst>
            <pc:docMk/>
            <pc:sldMk cId="4255524024" sldId="259"/>
            <ac:spMk id="19" creationId="{35B16301-FB18-48BA-A6DD-C37CAF6F9A18}"/>
          </ac:spMkLst>
        </pc:spChg>
        <pc:spChg chg="add del">
          <ac:chgData name="Thumma, Sunil Reddy (UMKC-Student)" userId="837c1f7e-fa35-479d-afd6-25c5d3371c0a" providerId="ADAL" clId="{F41D1958-0AB9-CD49-BC50-5DF1F710E28D}" dt="2024-11-18T22:41:45.782" v="95" actId="26606"/>
          <ac:spMkLst>
            <pc:docMk/>
            <pc:sldMk cId="4255524024" sldId="259"/>
            <ac:spMk id="20" creationId="{88853921-7BC9-4BDE-ACAB-133C683C82D6}"/>
          </ac:spMkLst>
        </pc:spChg>
        <pc:spChg chg="add del">
          <ac:chgData name="Thumma, Sunil Reddy (UMKC-Student)" userId="837c1f7e-fa35-479d-afd6-25c5d3371c0a" providerId="ADAL" clId="{F41D1958-0AB9-CD49-BC50-5DF1F710E28D}" dt="2024-11-18T22:41:45.782" v="95" actId="26606"/>
          <ac:spMkLst>
            <pc:docMk/>
            <pc:sldMk cId="4255524024" sldId="259"/>
            <ac:spMk id="21" creationId="{EF2138EA-62FA-E3A0-B2BA-7E8ECC91D1A8}"/>
          </ac:spMkLst>
        </pc:spChg>
        <pc:spChg chg="add del">
          <ac:chgData name="Thumma, Sunil Reddy (UMKC-Student)" userId="837c1f7e-fa35-479d-afd6-25c5d3371c0a" providerId="ADAL" clId="{F41D1958-0AB9-CD49-BC50-5DF1F710E28D}" dt="2024-11-18T22:41:45.782" v="95" actId="26606"/>
          <ac:spMkLst>
            <pc:docMk/>
            <pc:sldMk cId="4255524024" sldId="259"/>
            <ac:spMk id="22" creationId="{09192968-3AE7-4470-A61C-97294BB92731}"/>
          </ac:spMkLst>
        </pc:spChg>
        <pc:spChg chg="add del">
          <ac:chgData name="Thumma, Sunil Reddy (UMKC-Student)" userId="837c1f7e-fa35-479d-afd6-25c5d3371c0a" providerId="ADAL" clId="{F41D1958-0AB9-CD49-BC50-5DF1F710E28D}" dt="2024-11-18T22:41:45.782" v="95" actId="26606"/>
          <ac:spMkLst>
            <pc:docMk/>
            <pc:sldMk cId="4255524024" sldId="259"/>
            <ac:spMk id="23" creationId="{C3C0D90E-074A-4F52-9B11-B52BEF4BCBE5}"/>
          </ac:spMkLst>
        </pc:spChg>
        <pc:spChg chg="add del">
          <ac:chgData name="Thumma, Sunil Reddy (UMKC-Student)" userId="837c1f7e-fa35-479d-afd6-25c5d3371c0a" providerId="ADAL" clId="{F41D1958-0AB9-CD49-BC50-5DF1F710E28D}" dt="2024-11-18T22:41:45.782" v="95" actId="26606"/>
          <ac:spMkLst>
            <pc:docMk/>
            <pc:sldMk cId="4255524024" sldId="259"/>
            <ac:spMk id="24" creationId="{3AB72E55-43E4-4356-BFE8-E2102CB0B505}"/>
          </ac:spMkLst>
        </pc:spChg>
        <pc:spChg chg="add del">
          <ac:chgData name="Thumma, Sunil Reddy (UMKC-Student)" userId="837c1f7e-fa35-479d-afd6-25c5d3371c0a" providerId="ADAL" clId="{F41D1958-0AB9-CD49-BC50-5DF1F710E28D}" dt="2024-11-18T22:41:45.782" v="95" actId="26606"/>
          <ac:spMkLst>
            <pc:docMk/>
            <pc:sldMk cId="4255524024" sldId="259"/>
            <ac:spMk id="25" creationId="{CABBD4C1-E6F8-46F6-8152-A8A97490BF4D}"/>
          </ac:spMkLst>
        </pc:spChg>
        <pc:spChg chg="add del">
          <ac:chgData name="Thumma, Sunil Reddy (UMKC-Student)" userId="837c1f7e-fa35-479d-afd6-25c5d3371c0a" providerId="ADAL" clId="{F41D1958-0AB9-CD49-BC50-5DF1F710E28D}" dt="2024-11-18T22:41:45.782" v="95" actId="26606"/>
          <ac:spMkLst>
            <pc:docMk/>
            <pc:sldMk cId="4255524024" sldId="259"/>
            <ac:spMk id="26" creationId="{83BA5EF5-1FE9-4BF9-83BB-269BCDDF6156}"/>
          </ac:spMkLst>
        </pc:spChg>
        <pc:spChg chg="add del">
          <ac:chgData name="Thumma, Sunil Reddy (UMKC-Student)" userId="837c1f7e-fa35-479d-afd6-25c5d3371c0a" providerId="ADAL" clId="{F41D1958-0AB9-CD49-BC50-5DF1F710E28D}" dt="2024-11-19T05:01:34.309" v="219" actId="26606"/>
          <ac:spMkLst>
            <pc:docMk/>
            <pc:sldMk cId="4255524024" sldId="259"/>
            <ac:spMk id="27" creationId="{D80CFA21-AB7C-4BEB-9BFF-05764FBBF3C6}"/>
          </ac:spMkLst>
        </pc:spChg>
        <pc:spChg chg="add del">
          <ac:chgData name="Thumma, Sunil Reddy (UMKC-Student)" userId="837c1f7e-fa35-479d-afd6-25c5d3371c0a" providerId="ADAL" clId="{F41D1958-0AB9-CD49-BC50-5DF1F710E28D}" dt="2024-11-19T05:01:34.309" v="219" actId="26606"/>
          <ac:spMkLst>
            <pc:docMk/>
            <pc:sldMk cId="4255524024" sldId="259"/>
            <ac:spMk id="28" creationId="{12F7E335-851A-4CAE-B09F-E657819D4600}"/>
          </ac:spMkLst>
        </pc:spChg>
        <pc:spChg chg="add del">
          <ac:chgData name="Thumma, Sunil Reddy (UMKC-Student)" userId="837c1f7e-fa35-479d-afd6-25c5d3371c0a" providerId="ADAL" clId="{F41D1958-0AB9-CD49-BC50-5DF1F710E28D}" dt="2024-11-19T05:01:34.288" v="218" actId="26606"/>
          <ac:spMkLst>
            <pc:docMk/>
            <pc:sldMk cId="4255524024" sldId="259"/>
            <ac:spMk id="34" creationId="{F747F1B4-B831-4277-8AB0-32767F7EB7BF}"/>
          </ac:spMkLst>
        </pc:spChg>
        <pc:spChg chg="add del">
          <ac:chgData name="Thumma, Sunil Reddy (UMKC-Student)" userId="837c1f7e-fa35-479d-afd6-25c5d3371c0a" providerId="ADAL" clId="{F41D1958-0AB9-CD49-BC50-5DF1F710E28D}" dt="2024-11-19T05:01:34.288" v="218" actId="26606"/>
          <ac:spMkLst>
            <pc:docMk/>
            <pc:sldMk cId="4255524024" sldId="259"/>
            <ac:spMk id="36" creationId="{D80CFA21-AB7C-4BEB-9BFF-05764FBBF3C6}"/>
          </ac:spMkLst>
        </pc:spChg>
        <pc:spChg chg="add del">
          <ac:chgData name="Thumma, Sunil Reddy (UMKC-Student)" userId="837c1f7e-fa35-479d-afd6-25c5d3371c0a" providerId="ADAL" clId="{F41D1958-0AB9-CD49-BC50-5DF1F710E28D}" dt="2024-11-19T05:01:34.288" v="218" actId="26606"/>
          <ac:spMkLst>
            <pc:docMk/>
            <pc:sldMk cId="4255524024" sldId="259"/>
            <ac:spMk id="38" creationId="{12F7E335-851A-4CAE-B09F-E657819D4600}"/>
          </ac:spMkLst>
        </pc:spChg>
        <pc:spChg chg="add del">
          <ac:chgData name="Thumma, Sunil Reddy (UMKC-Student)" userId="837c1f7e-fa35-479d-afd6-25c5d3371c0a" providerId="ADAL" clId="{F41D1958-0AB9-CD49-BC50-5DF1F710E28D}" dt="2024-11-19T05:01:34.288" v="218" actId="26606"/>
          <ac:spMkLst>
            <pc:docMk/>
            <pc:sldMk cId="4255524024" sldId="259"/>
            <ac:spMk id="40" creationId="{10B541F0-7F6E-402E-84D8-CF96EACA5FBC}"/>
          </ac:spMkLst>
        </pc:spChg>
        <pc:spChg chg="add">
          <ac:chgData name="Thumma, Sunil Reddy (UMKC-Student)" userId="837c1f7e-fa35-479d-afd6-25c5d3371c0a" providerId="ADAL" clId="{F41D1958-0AB9-CD49-BC50-5DF1F710E28D}" dt="2024-11-19T05:01:34.309" v="219" actId="26606"/>
          <ac:spMkLst>
            <pc:docMk/>
            <pc:sldMk cId="4255524024" sldId="259"/>
            <ac:spMk id="42" creationId="{F747F1B4-B831-4277-8AB0-32767F7EB7BF}"/>
          </ac:spMkLst>
        </pc:spChg>
        <pc:spChg chg="add">
          <ac:chgData name="Thumma, Sunil Reddy (UMKC-Student)" userId="837c1f7e-fa35-479d-afd6-25c5d3371c0a" providerId="ADAL" clId="{F41D1958-0AB9-CD49-BC50-5DF1F710E28D}" dt="2024-11-19T05:01:34.309" v="219" actId="26606"/>
          <ac:spMkLst>
            <pc:docMk/>
            <pc:sldMk cId="4255524024" sldId="259"/>
            <ac:spMk id="43" creationId="{D80CFA21-AB7C-4BEB-9BFF-05764FBBF3C6}"/>
          </ac:spMkLst>
        </pc:spChg>
        <pc:spChg chg="add">
          <ac:chgData name="Thumma, Sunil Reddy (UMKC-Student)" userId="837c1f7e-fa35-479d-afd6-25c5d3371c0a" providerId="ADAL" clId="{F41D1958-0AB9-CD49-BC50-5DF1F710E28D}" dt="2024-11-19T05:01:34.309" v="219" actId="26606"/>
          <ac:spMkLst>
            <pc:docMk/>
            <pc:sldMk cId="4255524024" sldId="259"/>
            <ac:spMk id="44" creationId="{12F7E335-851A-4CAE-B09F-E657819D4600}"/>
          </ac:spMkLst>
        </pc:spChg>
        <pc:spChg chg="add">
          <ac:chgData name="Thumma, Sunil Reddy (UMKC-Student)" userId="837c1f7e-fa35-479d-afd6-25c5d3371c0a" providerId="ADAL" clId="{F41D1958-0AB9-CD49-BC50-5DF1F710E28D}" dt="2024-11-19T05:01:34.309" v="219" actId="26606"/>
          <ac:spMkLst>
            <pc:docMk/>
            <pc:sldMk cId="4255524024" sldId="259"/>
            <ac:spMk id="45" creationId="{10B541F0-7F6E-402E-84D8-CF96EACA5FBC}"/>
          </ac:spMkLst>
        </pc:spChg>
        <pc:spChg chg="add del">
          <ac:chgData name="Thumma, Sunil Reddy (UMKC-Student)" userId="837c1f7e-fa35-479d-afd6-25c5d3371c0a" providerId="ADAL" clId="{F41D1958-0AB9-CD49-BC50-5DF1F710E28D}" dt="2024-11-18T22:41:47.805" v="97" actId="26606"/>
          <ac:spMkLst>
            <pc:docMk/>
            <pc:sldMk cId="4255524024" sldId="259"/>
            <ac:spMk id="190" creationId="{5A0118C5-4F8D-4CF4-BADD-53FEACC6C42A}"/>
          </ac:spMkLst>
        </pc:spChg>
        <pc:spChg chg="add del">
          <ac:chgData name="Thumma, Sunil Reddy (UMKC-Student)" userId="837c1f7e-fa35-479d-afd6-25c5d3371c0a" providerId="ADAL" clId="{F41D1958-0AB9-CD49-BC50-5DF1F710E28D}" dt="2024-11-18T22:41:47.805" v="97" actId="26606"/>
          <ac:spMkLst>
            <pc:docMk/>
            <pc:sldMk cId="4255524024" sldId="259"/>
            <ac:spMk id="361" creationId="{A99050EE-26AF-4253-BD50-F0FCD965A8F6}"/>
          </ac:spMkLst>
        </pc:spChg>
        <pc:spChg chg="add del">
          <ac:chgData name="Thumma, Sunil Reddy (UMKC-Student)" userId="837c1f7e-fa35-479d-afd6-25c5d3371c0a" providerId="ADAL" clId="{F41D1958-0AB9-CD49-BC50-5DF1F710E28D}" dt="2024-11-18T22:41:47.805" v="97" actId="26606"/>
          <ac:spMkLst>
            <pc:docMk/>
            <pc:sldMk cId="4255524024" sldId="259"/>
            <ac:spMk id="364" creationId="{D0C78466-EB6E-45A0-99A6-A00789ACD90A}"/>
          </ac:spMkLst>
        </pc:spChg>
        <pc:spChg chg="add del">
          <ac:chgData name="Thumma, Sunil Reddy (UMKC-Student)" userId="837c1f7e-fa35-479d-afd6-25c5d3371c0a" providerId="ADAL" clId="{F41D1958-0AB9-CD49-BC50-5DF1F710E28D}" dt="2024-11-18T22:41:47.805" v="97" actId="26606"/>
          <ac:spMkLst>
            <pc:docMk/>
            <pc:sldMk cId="4255524024" sldId="259"/>
            <ac:spMk id="365" creationId="{E99F76E4-5DFD-4DBE-B042-66FBCD1182C9}"/>
          </ac:spMkLst>
        </pc:spChg>
        <pc:spChg chg="add del">
          <ac:chgData name="Thumma, Sunil Reddy (UMKC-Student)" userId="837c1f7e-fa35-479d-afd6-25c5d3371c0a" providerId="ADAL" clId="{F41D1958-0AB9-CD49-BC50-5DF1F710E28D}" dt="2024-11-18T22:41:47.805" v="97" actId="26606"/>
          <ac:spMkLst>
            <pc:docMk/>
            <pc:sldMk cId="4255524024" sldId="259"/>
            <ac:spMk id="373" creationId="{EF2138EA-62FA-E3A0-B2BA-7E8ECC91D1A8}"/>
          </ac:spMkLst>
        </pc:spChg>
        <pc:spChg chg="add del">
          <ac:chgData name="Thumma, Sunil Reddy (UMKC-Student)" userId="837c1f7e-fa35-479d-afd6-25c5d3371c0a" providerId="ADAL" clId="{F41D1958-0AB9-CD49-BC50-5DF1F710E28D}" dt="2024-11-18T22:42:04.752" v="99" actId="26606"/>
          <ac:spMkLst>
            <pc:docMk/>
            <pc:sldMk cId="4255524024" sldId="259"/>
            <ac:spMk id="375" creationId="{5C8908E2-EE49-44D2-9428-A28D2312A8D5}"/>
          </ac:spMkLst>
        </pc:spChg>
        <pc:spChg chg="add del">
          <ac:chgData name="Thumma, Sunil Reddy (UMKC-Student)" userId="837c1f7e-fa35-479d-afd6-25c5d3371c0a" providerId="ADAL" clId="{F41D1958-0AB9-CD49-BC50-5DF1F710E28D}" dt="2024-11-18T22:42:04.752" v="99" actId="26606"/>
          <ac:spMkLst>
            <pc:docMk/>
            <pc:sldMk cId="4255524024" sldId="259"/>
            <ac:spMk id="378" creationId="{BD92035A-AA2F-4CD8-A556-1CE8BDEC75BD}"/>
          </ac:spMkLst>
        </pc:spChg>
        <pc:spChg chg="add del">
          <ac:chgData name="Thumma, Sunil Reddy (UMKC-Student)" userId="837c1f7e-fa35-479d-afd6-25c5d3371c0a" providerId="ADAL" clId="{F41D1958-0AB9-CD49-BC50-5DF1F710E28D}" dt="2024-11-18T22:42:04.752" v="99" actId="26606"/>
          <ac:spMkLst>
            <pc:docMk/>
            <pc:sldMk cId="4255524024" sldId="259"/>
            <ac:spMk id="379" creationId="{ED888B23-07FA-482A-96DF-47E31AF1A603}"/>
          </ac:spMkLst>
        </pc:spChg>
        <pc:spChg chg="add del">
          <ac:chgData name="Thumma, Sunil Reddy (UMKC-Student)" userId="837c1f7e-fa35-479d-afd6-25c5d3371c0a" providerId="ADAL" clId="{F41D1958-0AB9-CD49-BC50-5DF1F710E28D}" dt="2024-11-18T22:42:04.752" v="99" actId="26606"/>
          <ac:spMkLst>
            <pc:docMk/>
            <pc:sldMk cId="4255524024" sldId="259"/>
            <ac:spMk id="380" creationId="{EF2138EA-62FA-E3A0-B2BA-7E8ECC91D1A8}"/>
          </ac:spMkLst>
        </pc:spChg>
        <pc:spChg chg="add del">
          <ac:chgData name="Thumma, Sunil Reddy (UMKC-Student)" userId="837c1f7e-fa35-479d-afd6-25c5d3371c0a" providerId="ADAL" clId="{F41D1958-0AB9-CD49-BC50-5DF1F710E28D}" dt="2024-11-18T22:42:07.531" v="101" actId="26606"/>
          <ac:spMkLst>
            <pc:docMk/>
            <pc:sldMk cId="4255524024" sldId="259"/>
            <ac:spMk id="382" creationId="{F13BE4D7-0C3D-4906-B230-A1C5B4665CCF}"/>
          </ac:spMkLst>
        </pc:spChg>
        <pc:spChg chg="add del">
          <ac:chgData name="Thumma, Sunil Reddy (UMKC-Student)" userId="837c1f7e-fa35-479d-afd6-25c5d3371c0a" providerId="ADAL" clId="{F41D1958-0AB9-CD49-BC50-5DF1F710E28D}" dt="2024-11-18T22:42:09.583" v="103" actId="26606"/>
          <ac:spMkLst>
            <pc:docMk/>
            <pc:sldMk cId="4255524024" sldId="259"/>
            <ac:spMk id="385" creationId="{70DFC902-7D23-471A-B557-B6B6917D7A0D}"/>
          </ac:spMkLst>
        </pc:spChg>
        <pc:spChg chg="add del">
          <ac:chgData name="Thumma, Sunil Reddy (UMKC-Student)" userId="837c1f7e-fa35-479d-afd6-25c5d3371c0a" providerId="ADAL" clId="{F41D1958-0AB9-CD49-BC50-5DF1F710E28D}" dt="2024-11-18T22:42:09.583" v="103" actId="26606"/>
          <ac:spMkLst>
            <pc:docMk/>
            <pc:sldMk cId="4255524024" sldId="259"/>
            <ac:spMk id="386" creationId="{A55D5633-D557-4DCA-982C-FF36EB7A1C00}"/>
          </ac:spMkLst>
        </pc:spChg>
        <pc:spChg chg="add del">
          <ac:chgData name="Thumma, Sunil Reddy (UMKC-Student)" userId="837c1f7e-fa35-479d-afd6-25c5d3371c0a" providerId="ADAL" clId="{F41D1958-0AB9-CD49-BC50-5DF1F710E28D}" dt="2024-11-18T22:42:09.583" v="103" actId="26606"/>
          <ac:spMkLst>
            <pc:docMk/>
            <pc:sldMk cId="4255524024" sldId="259"/>
            <ac:spMk id="387" creationId="{450D3AD2-FA80-415F-A9CE-54D884561CD7}"/>
          </ac:spMkLst>
        </pc:spChg>
        <pc:spChg chg="add del">
          <ac:chgData name="Thumma, Sunil Reddy (UMKC-Student)" userId="837c1f7e-fa35-479d-afd6-25c5d3371c0a" providerId="ADAL" clId="{F41D1958-0AB9-CD49-BC50-5DF1F710E28D}" dt="2024-11-18T22:42:09.583" v="103" actId="26606"/>
          <ac:spMkLst>
            <pc:docMk/>
            <pc:sldMk cId="4255524024" sldId="259"/>
            <ac:spMk id="388" creationId="{EF2138EA-62FA-E3A0-B2BA-7E8ECC91D1A8}"/>
          </ac:spMkLst>
        </pc:spChg>
        <pc:spChg chg="add del">
          <ac:chgData name="Thumma, Sunil Reddy (UMKC-Student)" userId="837c1f7e-fa35-479d-afd6-25c5d3371c0a" providerId="ADAL" clId="{F41D1958-0AB9-CD49-BC50-5DF1F710E28D}" dt="2024-11-18T22:42:11.288" v="105" actId="26606"/>
          <ac:spMkLst>
            <pc:docMk/>
            <pc:sldMk cId="4255524024" sldId="259"/>
            <ac:spMk id="390" creationId="{907EF6B7-1338-4443-8C46-6A318D952DFD}"/>
          </ac:spMkLst>
        </pc:spChg>
        <pc:spChg chg="add del">
          <ac:chgData name="Thumma, Sunil Reddy (UMKC-Student)" userId="837c1f7e-fa35-479d-afd6-25c5d3371c0a" providerId="ADAL" clId="{F41D1958-0AB9-CD49-BC50-5DF1F710E28D}" dt="2024-11-18T22:42:11.288" v="105" actId="26606"/>
          <ac:spMkLst>
            <pc:docMk/>
            <pc:sldMk cId="4255524024" sldId="259"/>
            <ac:spMk id="391" creationId="{DAAE4CDD-124C-4DCF-9584-B6033B545DD5}"/>
          </ac:spMkLst>
        </pc:spChg>
        <pc:spChg chg="add del">
          <ac:chgData name="Thumma, Sunil Reddy (UMKC-Student)" userId="837c1f7e-fa35-479d-afd6-25c5d3371c0a" providerId="ADAL" clId="{F41D1958-0AB9-CD49-BC50-5DF1F710E28D}" dt="2024-11-18T22:42:11.288" v="105" actId="26606"/>
          <ac:spMkLst>
            <pc:docMk/>
            <pc:sldMk cId="4255524024" sldId="259"/>
            <ac:spMk id="392" creationId="{081E4A58-353D-44AE-B2FC-2A74E2E400F7}"/>
          </ac:spMkLst>
        </pc:spChg>
        <pc:spChg chg="add del">
          <ac:chgData name="Thumma, Sunil Reddy (UMKC-Student)" userId="837c1f7e-fa35-479d-afd6-25c5d3371c0a" providerId="ADAL" clId="{F41D1958-0AB9-CD49-BC50-5DF1F710E28D}" dt="2024-11-18T22:42:11.288" v="105" actId="26606"/>
          <ac:spMkLst>
            <pc:docMk/>
            <pc:sldMk cId="4255524024" sldId="259"/>
            <ac:spMk id="393" creationId="{EF2138EA-62FA-E3A0-B2BA-7E8ECC91D1A8}"/>
          </ac:spMkLst>
        </pc:spChg>
        <pc:spChg chg="add del">
          <ac:chgData name="Thumma, Sunil Reddy (UMKC-Student)" userId="837c1f7e-fa35-479d-afd6-25c5d3371c0a" providerId="ADAL" clId="{F41D1958-0AB9-CD49-BC50-5DF1F710E28D}" dt="2024-11-18T22:42:31.609" v="110" actId="26606"/>
          <ac:spMkLst>
            <pc:docMk/>
            <pc:sldMk cId="4255524024" sldId="259"/>
            <ac:spMk id="395" creationId="{CB49665F-0298-4449-8D2D-209989CB9EE3}"/>
          </ac:spMkLst>
        </pc:spChg>
        <pc:grpChg chg="add del">
          <ac:chgData name="Thumma, Sunil Reddy (UMKC-Student)" userId="837c1f7e-fa35-479d-afd6-25c5d3371c0a" providerId="ADAL" clId="{F41D1958-0AB9-CD49-BC50-5DF1F710E28D}" dt="2024-11-18T22:42:31.609" v="110" actId="26606"/>
          <ac:grpSpMkLst>
            <pc:docMk/>
            <pc:sldMk cId="4255524024" sldId="259"/>
            <ac:grpSpMk id="13" creationId="{EEB6CB95-E653-4C6C-AE51-62FD848E8D5B}"/>
          </ac:grpSpMkLst>
        </pc:grpChg>
        <pc:grpChg chg="add del">
          <ac:chgData name="Thumma, Sunil Reddy (UMKC-Student)" userId="837c1f7e-fa35-479d-afd6-25c5d3371c0a" providerId="ADAL" clId="{F41D1958-0AB9-CD49-BC50-5DF1F710E28D}" dt="2024-11-18T22:42:31.609" v="110" actId="26606"/>
          <ac:grpSpMkLst>
            <pc:docMk/>
            <pc:sldMk cId="4255524024" sldId="259"/>
            <ac:grpSpMk id="17" creationId="{43F5E015-E085-4624-B431-B42414448684}"/>
          </ac:grpSpMkLst>
        </pc:grpChg>
        <pc:grpChg chg="add del">
          <ac:chgData name="Thumma, Sunil Reddy (UMKC-Student)" userId="837c1f7e-fa35-479d-afd6-25c5d3371c0a" providerId="ADAL" clId="{F41D1958-0AB9-CD49-BC50-5DF1F710E28D}" dt="2024-11-18T22:41:47.805" v="97" actId="26606"/>
          <ac:grpSpMkLst>
            <pc:docMk/>
            <pc:sldMk cId="4255524024" sldId="259"/>
            <ac:grpSpMk id="191" creationId="{773717CC-ECEE-4ABF-BA61-C59F46801775}"/>
          </ac:grpSpMkLst>
        </pc:grpChg>
        <pc:grpChg chg="add del">
          <ac:chgData name="Thumma, Sunil Reddy (UMKC-Student)" userId="837c1f7e-fa35-479d-afd6-25c5d3371c0a" providerId="ADAL" clId="{F41D1958-0AB9-CD49-BC50-5DF1F710E28D}" dt="2024-11-18T22:41:47.805" v="97" actId="26606"/>
          <ac:grpSpMkLst>
            <pc:docMk/>
            <pc:sldMk cId="4255524024" sldId="259"/>
            <ac:grpSpMk id="362" creationId="{00E015F5-1A99-4E40-BC3D-7707802996B5}"/>
          </ac:grpSpMkLst>
        </pc:grpChg>
        <pc:grpChg chg="add del">
          <ac:chgData name="Thumma, Sunil Reddy (UMKC-Student)" userId="837c1f7e-fa35-479d-afd6-25c5d3371c0a" providerId="ADAL" clId="{F41D1958-0AB9-CD49-BC50-5DF1F710E28D}" dt="2024-11-18T22:41:47.805" v="97" actId="26606"/>
          <ac:grpSpMkLst>
            <pc:docMk/>
            <pc:sldMk cId="4255524024" sldId="259"/>
            <ac:grpSpMk id="366" creationId="{5468B3A9-705E-43C3-A742-0619B0D8F2EE}"/>
          </ac:grpSpMkLst>
        </pc:grpChg>
        <pc:grpChg chg="add del">
          <ac:chgData name="Thumma, Sunil Reddy (UMKC-Student)" userId="837c1f7e-fa35-479d-afd6-25c5d3371c0a" providerId="ADAL" clId="{F41D1958-0AB9-CD49-BC50-5DF1F710E28D}" dt="2024-11-18T22:42:04.752" v="99" actId="26606"/>
          <ac:grpSpMkLst>
            <pc:docMk/>
            <pc:sldMk cId="4255524024" sldId="259"/>
            <ac:grpSpMk id="376" creationId="{5D1A9D8B-3117-4D9D-BDA4-DD81895098B0}"/>
          </ac:grpSpMkLst>
        </pc:grpChg>
        <pc:graphicFrameChg chg="add del">
          <ac:chgData name="Thumma, Sunil Reddy (UMKC-Student)" userId="837c1f7e-fa35-479d-afd6-25c5d3371c0a" providerId="ADAL" clId="{F41D1958-0AB9-CD49-BC50-5DF1F710E28D}" dt="2024-11-18T22:41:27.217" v="87" actId="26606"/>
          <ac:graphicFrameMkLst>
            <pc:docMk/>
            <pc:sldMk cId="4255524024" sldId="259"/>
            <ac:graphicFrameMk id="5" creationId="{95E89145-2393-B96F-F3A1-EB7B32E7F2FA}"/>
          </ac:graphicFrameMkLst>
        </pc:graphicFrameChg>
        <pc:graphicFrameChg chg="add del">
          <ac:chgData name="Thumma, Sunil Reddy (UMKC-Student)" userId="837c1f7e-fa35-479d-afd6-25c5d3371c0a" providerId="ADAL" clId="{F41D1958-0AB9-CD49-BC50-5DF1F710E28D}" dt="2024-11-18T22:41:30.604" v="89" actId="26606"/>
          <ac:graphicFrameMkLst>
            <pc:docMk/>
            <pc:sldMk cId="4255524024" sldId="259"/>
            <ac:graphicFrameMk id="12" creationId="{1D9BDFCA-DD9A-18B7-B0DE-13943F305CD7}"/>
          </ac:graphicFrameMkLst>
        </pc:graphicFrameChg>
        <pc:graphicFrameChg chg="add del">
          <ac:chgData name="Thumma, Sunil Reddy (UMKC-Student)" userId="837c1f7e-fa35-479d-afd6-25c5d3371c0a" providerId="ADAL" clId="{F41D1958-0AB9-CD49-BC50-5DF1F710E28D}" dt="2024-11-18T22:41:32.125" v="91" actId="26606"/>
          <ac:graphicFrameMkLst>
            <pc:docMk/>
            <pc:sldMk cId="4255524024" sldId="259"/>
            <ac:graphicFrameMk id="14" creationId="{6BC9DA60-3950-A001-A975-F014B17DA60C}"/>
          </ac:graphicFrameMkLst>
        </pc:graphicFrameChg>
        <pc:graphicFrameChg chg="add del">
          <ac:chgData name="Thumma, Sunil Reddy (UMKC-Student)" userId="837c1f7e-fa35-479d-afd6-25c5d3371c0a" providerId="ADAL" clId="{F41D1958-0AB9-CD49-BC50-5DF1F710E28D}" dt="2024-11-18T22:41:43.767" v="93" actId="26606"/>
          <ac:graphicFrameMkLst>
            <pc:docMk/>
            <pc:sldMk cId="4255524024" sldId="259"/>
            <ac:graphicFrameMk id="16" creationId="{60C32FF3-AFBB-1794-55D1-E4A4533A0D19}"/>
          </ac:graphicFrameMkLst>
        </pc:graphicFrameChg>
        <pc:graphicFrameChg chg="add mod modGraphic">
          <ac:chgData name="Thumma, Sunil Reddy (UMKC-Student)" userId="837c1f7e-fa35-479d-afd6-25c5d3371c0a" providerId="ADAL" clId="{F41D1958-0AB9-CD49-BC50-5DF1F710E28D}" dt="2024-11-19T05:01:34.309" v="219" actId="26606"/>
          <ac:graphicFrameMkLst>
            <pc:docMk/>
            <pc:sldMk cId="4255524024" sldId="259"/>
            <ac:graphicFrameMk id="29" creationId="{84A1FE17-BE3A-4DBB-1FDB-737610C72C2C}"/>
          </ac:graphicFrameMkLst>
        </pc:graphicFrameChg>
        <pc:graphicFrameChg chg="add del">
          <ac:chgData name="Thumma, Sunil Reddy (UMKC-Student)" userId="837c1f7e-fa35-479d-afd6-25c5d3371c0a" providerId="ADAL" clId="{F41D1958-0AB9-CD49-BC50-5DF1F710E28D}" dt="2024-11-18T22:42:07.531" v="101" actId="26606"/>
          <ac:graphicFrameMkLst>
            <pc:docMk/>
            <pc:sldMk cId="4255524024" sldId="259"/>
            <ac:graphicFrameMk id="383" creationId="{1DFCA980-05E5-8CD5-CFE0-D48E26A263BC}"/>
          </ac:graphicFrameMkLst>
        </pc:graphicFrameChg>
        <pc:graphicFrameChg chg="add del">
          <ac:chgData name="Thumma, Sunil Reddy (UMKC-Student)" userId="837c1f7e-fa35-479d-afd6-25c5d3371c0a" providerId="ADAL" clId="{F41D1958-0AB9-CD49-BC50-5DF1F710E28D}" dt="2024-11-18T22:42:31.609" v="110" actId="26606"/>
          <ac:graphicFrameMkLst>
            <pc:docMk/>
            <pc:sldMk cId="4255524024" sldId="259"/>
            <ac:graphicFrameMk id="404" creationId="{5E0D1CAA-F6DB-7DEE-E9D8-584004FC7D59}"/>
          </ac:graphicFrameMkLst>
        </pc:graphicFrameChg>
        <pc:picChg chg="add del">
          <ac:chgData name="Thumma, Sunil Reddy (UMKC-Student)" userId="837c1f7e-fa35-479d-afd6-25c5d3371c0a" providerId="ADAL" clId="{F41D1958-0AB9-CD49-BC50-5DF1F710E28D}" dt="2024-11-18T22:41:27.217" v="87" actId="26606"/>
          <ac:picMkLst>
            <pc:docMk/>
            <pc:sldMk cId="4255524024" sldId="259"/>
            <ac:picMk id="6" creationId="{847EE815-D8AF-F37D-8360-4F29A444B299}"/>
          </ac:picMkLst>
        </pc:picChg>
        <pc:cxnChg chg="add del">
          <ac:chgData name="Thumma, Sunil Reddy (UMKC-Student)" userId="837c1f7e-fa35-479d-afd6-25c5d3371c0a" providerId="ADAL" clId="{F41D1958-0AB9-CD49-BC50-5DF1F710E28D}" dt="2024-11-18T22:41:45.782" v="95" actId="26606"/>
          <ac:cxnSpMkLst>
            <pc:docMk/>
            <pc:sldMk cId="4255524024" sldId="259"/>
            <ac:cxnSpMk id="18" creationId="{4B3BCACB-5880-460B-9606-8C433A9AF99D}"/>
          </ac:cxnSpMkLst>
        </pc:cxnChg>
      </pc:sldChg>
      <pc:sldChg chg="addSp delSp modSp mod setBg">
        <pc:chgData name="Thumma, Sunil Reddy (UMKC-Student)" userId="837c1f7e-fa35-479d-afd6-25c5d3371c0a" providerId="ADAL" clId="{F41D1958-0AB9-CD49-BC50-5DF1F710E28D}" dt="2024-11-19T05:02:15.401" v="226" actId="26606"/>
        <pc:sldMkLst>
          <pc:docMk/>
          <pc:sldMk cId="4288640711" sldId="260"/>
        </pc:sldMkLst>
        <pc:spChg chg="mod">
          <ac:chgData name="Thumma, Sunil Reddy (UMKC-Student)" userId="837c1f7e-fa35-479d-afd6-25c5d3371c0a" providerId="ADAL" clId="{F41D1958-0AB9-CD49-BC50-5DF1F710E28D}" dt="2024-11-19T05:02:15.401" v="226" actId="26606"/>
          <ac:spMkLst>
            <pc:docMk/>
            <pc:sldMk cId="4288640711" sldId="260"/>
            <ac:spMk id="2" creationId="{947425E2-6F20-9C82-3441-866C3B455195}"/>
          </ac:spMkLst>
        </pc:spChg>
        <pc:spChg chg="mod">
          <ac:chgData name="Thumma, Sunil Reddy (UMKC-Student)" userId="837c1f7e-fa35-479d-afd6-25c5d3371c0a" providerId="ADAL" clId="{F41D1958-0AB9-CD49-BC50-5DF1F710E28D}" dt="2024-11-19T05:02:15.401" v="226" actId="26606"/>
          <ac:spMkLst>
            <pc:docMk/>
            <pc:sldMk cId="4288640711" sldId="260"/>
            <ac:spMk id="3" creationId="{B05B3EA9-7309-3AD5-0244-58FC342D8453}"/>
          </ac:spMkLst>
        </pc:spChg>
        <pc:spChg chg="add del">
          <ac:chgData name="Thumma, Sunil Reddy (UMKC-Student)" userId="837c1f7e-fa35-479d-afd6-25c5d3371c0a" providerId="ADAL" clId="{F41D1958-0AB9-CD49-BC50-5DF1F710E28D}" dt="2024-11-19T05:01:59.752" v="221" actId="26606"/>
          <ac:spMkLst>
            <pc:docMk/>
            <pc:sldMk cId="4288640711" sldId="260"/>
            <ac:spMk id="9" creationId="{C8A3C342-1D03-412F-8DD3-BF519E8E0AE9}"/>
          </ac:spMkLst>
        </pc:spChg>
        <pc:spChg chg="add del">
          <ac:chgData name="Thumma, Sunil Reddy (UMKC-Student)" userId="837c1f7e-fa35-479d-afd6-25c5d3371c0a" providerId="ADAL" clId="{F41D1958-0AB9-CD49-BC50-5DF1F710E28D}" dt="2024-11-19T05:01:59.752" v="221" actId="26606"/>
          <ac:spMkLst>
            <pc:docMk/>
            <pc:sldMk cId="4288640711" sldId="260"/>
            <ac:spMk id="11" creationId="{81CC9B02-E087-4350-AEBD-2C3CF001AF01}"/>
          </ac:spMkLst>
        </pc:spChg>
        <pc:spChg chg="add del">
          <ac:chgData name="Thumma, Sunil Reddy (UMKC-Student)" userId="837c1f7e-fa35-479d-afd6-25c5d3371c0a" providerId="ADAL" clId="{F41D1958-0AB9-CD49-BC50-5DF1F710E28D}" dt="2024-11-19T05:01:59.752" v="221" actId="26606"/>
          <ac:spMkLst>
            <pc:docMk/>
            <pc:sldMk cId="4288640711" sldId="260"/>
            <ac:spMk id="13" creationId="{D6F18ACE-6E82-4ADC-8A2F-A1771B309B16}"/>
          </ac:spMkLst>
        </pc:spChg>
        <pc:spChg chg="add del">
          <ac:chgData name="Thumma, Sunil Reddy (UMKC-Student)" userId="837c1f7e-fa35-479d-afd6-25c5d3371c0a" providerId="ADAL" clId="{F41D1958-0AB9-CD49-BC50-5DF1F710E28D}" dt="2024-11-19T05:02:09.585" v="223" actId="26606"/>
          <ac:spMkLst>
            <pc:docMk/>
            <pc:sldMk cId="4288640711" sldId="260"/>
            <ac:spMk id="15" creationId="{C8A3C342-1D03-412F-8DD3-BF519E8E0AE9}"/>
          </ac:spMkLst>
        </pc:spChg>
        <pc:spChg chg="add del">
          <ac:chgData name="Thumma, Sunil Reddy (UMKC-Student)" userId="837c1f7e-fa35-479d-afd6-25c5d3371c0a" providerId="ADAL" clId="{F41D1958-0AB9-CD49-BC50-5DF1F710E28D}" dt="2024-11-19T05:02:09.585" v="223" actId="26606"/>
          <ac:spMkLst>
            <pc:docMk/>
            <pc:sldMk cId="4288640711" sldId="260"/>
            <ac:spMk id="16" creationId="{81CC9B02-E087-4350-AEBD-2C3CF001AF01}"/>
          </ac:spMkLst>
        </pc:spChg>
        <pc:spChg chg="add del">
          <ac:chgData name="Thumma, Sunil Reddy (UMKC-Student)" userId="837c1f7e-fa35-479d-afd6-25c5d3371c0a" providerId="ADAL" clId="{F41D1958-0AB9-CD49-BC50-5DF1F710E28D}" dt="2024-11-19T05:02:15.351" v="225" actId="26606"/>
          <ac:spMkLst>
            <pc:docMk/>
            <pc:sldMk cId="4288640711" sldId="260"/>
            <ac:spMk id="19" creationId="{C8A3C342-1D03-412F-8DD3-BF519E8E0AE9}"/>
          </ac:spMkLst>
        </pc:spChg>
        <pc:spChg chg="add del">
          <ac:chgData name="Thumma, Sunil Reddy (UMKC-Student)" userId="837c1f7e-fa35-479d-afd6-25c5d3371c0a" providerId="ADAL" clId="{F41D1958-0AB9-CD49-BC50-5DF1F710E28D}" dt="2024-11-19T05:02:15.351" v="225" actId="26606"/>
          <ac:spMkLst>
            <pc:docMk/>
            <pc:sldMk cId="4288640711" sldId="260"/>
            <ac:spMk id="20" creationId="{81CC9B02-E087-4350-AEBD-2C3CF001AF01}"/>
          </ac:spMkLst>
        </pc:spChg>
        <pc:spChg chg="add del">
          <ac:chgData name="Thumma, Sunil Reddy (UMKC-Student)" userId="837c1f7e-fa35-479d-afd6-25c5d3371c0a" providerId="ADAL" clId="{F41D1958-0AB9-CD49-BC50-5DF1F710E28D}" dt="2024-11-19T05:02:15.351" v="225" actId="26606"/>
          <ac:spMkLst>
            <pc:docMk/>
            <pc:sldMk cId="4288640711" sldId="260"/>
            <ac:spMk id="22" creationId="{D6F18ACE-6E82-4ADC-8A2F-A1771B309B16}"/>
          </ac:spMkLst>
        </pc:spChg>
        <pc:spChg chg="add">
          <ac:chgData name="Thumma, Sunil Reddy (UMKC-Student)" userId="837c1f7e-fa35-479d-afd6-25c5d3371c0a" providerId="ADAL" clId="{F41D1958-0AB9-CD49-BC50-5DF1F710E28D}" dt="2024-11-19T05:02:15.401" v="226" actId="26606"/>
          <ac:spMkLst>
            <pc:docMk/>
            <pc:sldMk cId="4288640711" sldId="260"/>
            <ac:spMk id="24" creationId="{C8A3C342-1D03-412F-8DD3-BF519E8E0AE9}"/>
          </ac:spMkLst>
        </pc:spChg>
        <pc:spChg chg="add">
          <ac:chgData name="Thumma, Sunil Reddy (UMKC-Student)" userId="837c1f7e-fa35-479d-afd6-25c5d3371c0a" providerId="ADAL" clId="{F41D1958-0AB9-CD49-BC50-5DF1F710E28D}" dt="2024-11-19T05:02:15.401" v="226" actId="26606"/>
          <ac:spMkLst>
            <pc:docMk/>
            <pc:sldMk cId="4288640711" sldId="260"/>
            <ac:spMk id="25" creationId="{81CC9B02-E087-4350-AEBD-2C3CF001AF01}"/>
          </ac:spMkLst>
        </pc:spChg>
        <pc:picChg chg="add del">
          <ac:chgData name="Thumma, Sunil Reddy (UMKC-Student)" userId="837c1f7e-fa35-479d-afd6-25c5d3371c0a" providerId="ADAL" clId="{F41D1958-0AB9-CD49-BC50-5DF1F710E28D}" dt="2024-11-19T05:01:59.752" v="221" actId="26606"/>
          <ac:picMkLst>
            <pc:docMk/>
            <pc:sldMk cId="4288640711" sldId="260"/>
            <ac:picMk id="5" creationId="{1D08DD94-FF99-1EBF-D995-2051575BCBBB}"/>
          </ac:picMkLst>
        </pc:picChg>
        <pc:picChg chg="add del">
          <ac:chgData name="Thumma, Sunil Reddy (UMKC-Student)" userId="837c1f7e-fa35-479d-afd6-25c5d3371c0a" providerId="ADAL" clId="{F41D1958-0AB9-CD49-BC50-5DF1F710E28D}" dt="2024-11-19T05:02:09.585" v="223" actId="26606"/>
          <ac:picMkLst>
            <pc:docMk/>
            <pc:sldMk cId="4288640711" sldId="260"/>
            <ac:picMk id="17" creationId="{8374ADFE-780A-B2A2-FFD0-2450D224B0E6}"/>
          </ac:picMkLst>
        </pc:picChg>
        <pc:picChg chg="add del">
          <ac:chgData name="Thumma, Sunil Reddy (UMKC-Student)" userId="837c1f7e-fa35-479d-afd6-25c5d3371c0a" providerId="ADAL" clId="{F41D1958-0AB9-CD49-BC50-5DF1F710E28D}" dt="2024-11-19T05:02:15.351" v="225" actId="26606"/>
          <ac:picMkLst>
            <pc:docMk/>
            <pc:sldMk cId="4288640711" sldId="260"/>
            <ac:picMk id="21" creationId="{1D08DD94-FF99-1EBF-D995-2051575BCBBB}"/>
          </ac:picMkLst>
        </pc:picChg>
        <pc:picChg chg="add">
          <ac:chgData name="Thumma, Sunil Reddy (UMKC-Student)" userId="837c1f7e-fa35-479d-afd6-25c5d3371c0a" providerId="ADAL" clId="{F41D1958-0AB9-CD49-BC50-5DF1F710E28D}" dt="2024-11-19T05:02:15.401" v="226" actId="26606"/>
          <ac:picMkLst>
            <pc:docMk/>
            <pc:sldMk cId="4288640711" sldId="260"/>
            <ac:picMk id="26" creationId="{8374ADFE-780A-B2A2-FFD0-2450D224B0E6}"/>
          </ac:picMkLst>
        </pc:picChg>
      </pc:sldChg>
      <pc:sldChg chg="addSp delSp modSp mod setBg setClrOvrMap">
        <pc:chgData name="Thumma, Sunil Reddy (UMKC-Student)" userId="837c1f7e-fa35-479d-afd6-25c5d3371c0a" providerId="ADAL" clId="{F41D1958-0AB9-CD49-BC50-5DF1F710E28D}" dt="2024-11-19T05:03:28.297" v="233" actId="26606"/>
        <pc:sldMkLst>
          <pc:docMk/>
          <pc:sldMk cId="1181155412" sldId="261"/>
        </pc:sldMkLst>
        <pc:spChg chg="mod">
          <ac:chgData name="Thumma, Sunil Reddy (UMKC-Student)" userId="837c1f7e-fa35-479d-afd6-25c5d3371c0a" providerId="ADAL" clId="{F41D1958-0AB9-CD49-BC50-5DF1F710E28D}" dt="2024-11-19T05:03:28.297" v="233" actId="26606"/>
          <ac:spMkLst>
            <pc:docMk/>
            <pc:sldMk cId="1181155412" sldId="261"/>
            <ac:spMk id="2" creationId="{B34B0283-F2AF-52EA-7682-68063301F435}"/>
          </ac:spMkLst>
        </pc:spChg>
        <pc:spChg chg="add del mod">
          <ac:chgData name="Thumma, Sunil Reddy (UMKC-Student)" userId="837c1f7e-fa35-479d-afd6-25c5d3371c0a" providerId="ADAL" clId="{F41D1958-0AB9-CD49-BC50-5DF1F710E28D}" dt="2024-11-19T05:03:28.297" v="233" actId="26606"/>
          <ac:spMkLst>
            <pc:docMk/>
            <pc:sldMk cId="1181155412" sldId="261"/>
            <ac:spMk id="3" creationId="{451A99F8-1599-88FD-13DF-F6D9DD58EB22}"/>
          </ac:spMkLst>
        </pc:spChg>
        <pc:spChg chg="add del">
          <ac:chgData name="Thumma, Sunil Reddy (UMKC-Student)" userId="837c1f7e-fa35-479d-afd6-25c5d3371c0a" providerId="ADAL" clId="{F41D1958-0AB9-CD49-BC50-5DF1F710E28D}" dt="2024-11-19T05:02:58.781" v="228" actId="26606"/>
          <ac:spMkLst>
            <pc:docMk/>
            <pc:sldMk cId="1181155412" sldId="261"/>
            <ac:spMk id="9" creationId="{C8A3C342-1D03-412F-8DD3-BF519E8E0AE9}"/>
          </ac:spMkLst>
        </pc:spChg>
        <pc:spChg chg="add del">
          <ac:chgData name="Thumma, Sunil Reddy (UMKC-Student)" userId="837c1f7e-fa35-479d-afd6-25c5d3371c0a" providerId="ADAL" clId="{F41D1958-0AB9-CD49-BC50-5DF1F710E28D}" dt="2024-11-19T05:02:58.781" v="228" actId="26606"/>
          <ac:spMkLst>
            <pc:docMk/>
            <pc:sldMk cId="1181155412" sldId="261"/>
            <ac:spMk id="11" creationId="{81CC9B02-E087-4350-AEBD-2C3CF001AF01}"/>
          </ac:spMkLst>
        </pc:spChg>
        <pc:spChg chg="add del">
          <ac:chgData name="Thumma, Sunil Reddy (UMKC-Student)" userId="837c1f7e-fa35-479d-afd6-25c5d3371c0a" providerId="ADAL" clId="{F41D1958-0AB9-CD49-BC50-5DF1F710E28D}" dt="2024-11-19T05:03:19.336" v="230" actId="26606"/>
          <ac:spMkLst>
            <pc:docMk/>
            <pc:sldMk cId="1181155412" sldId="261"/>
            <ac:spMk id="13" creationId="{12F7E335-851A-4CAE-B09F-E657819D4600}"/>
          </ac:spMkLst>
        </pc:spChg>
        <pc:spChg chg="add del">
          <ac:chgData name="Thumma, Sunil Reddy (UMKC-Student)" userId="837c1f7e-fa35-479d-afd6-25c5d3371c0a" providerId="ADAL" clId="{F41D1958-0AB9-CD49-BC50-5DF1F710E28D}" dt="2024-11-19T05:03:19.336" v="230" actId="26606"/>
          <ac:spMkLst>
            <pc:docMk/>
            <pc:sldMk cId="1181155412" sldId="261"/>
            <ac:spMk id="14" creationId="{F747F1B4-B831-4277-8AB0-32767F7EB7BF}"/>
          </ac:spMkLst>
        </pc:spChg>
        <pc:spChg chg="add del">
          <ac:chgData name="Thumma, Sunil Reddy (UMKC-Student)" userId="837c1f7e-fa35-479d-afd6-25c5d3371c0a" providerId="ADAL" clId="{F41D1958-0AB9-CD49-BC50-5DF1F710E28D}" dt="2024-11-19T05:03:19.336" v="230" actId="26606"/>
          <ac:spMkLst>
            <pc:docMk/>
            <pc:sldMk cId="1181155412" sldId="261"/>
            <ac:spMk id="15" creationId="{10B541F0-7F6E-402E-84D8-CF96EACA5FBC}"/>
          </ac:spMkLst>
        </pc:spChg>
        <pc:spChg chg="add del">
          <ac:chgData name="Thumma, Sunil Reddy (UMKC-Student)" userId="837c1f7e-fa35-479d-afd6-25c5d3371c0a" providerId="ADAL" clId="{F41D1958-0AB9-CD49-BC50-5DF1F710E28D}" dt="2024-11-19T05:03:19.336" v="230" actId="26606"/>
          <ac:spMkLst>
            <pc:docMk/>
            <pc:sldMk cId="1181155412" sldId="261"/>
            <ac:spMk id="16" creationId="{D80CFA21-AB7C-4BEB-9BFF-05764FBBF3C6}"/>
          </ac:spMkLst>
        </pc:spChg>
        <pc:spChg chg="add del">
          <ac:chgData name="Thumma, Sunil Reddy (UMKC-Student)" userId="837c1f7e-fa35-479d-afd6-25c5d3371c0a" providerId="ADAL" clId="{F41D1958-0AB9-CD49-BC50-5DF1F710E28D}" dt="2024-11-19T05:03:28.231" v="232" actId="26606"/>
          <ac:spMkLst>
            <pc:docMk/>
            <pc:sldMk cId="1181155412" sldId="261"/>
            <ac:spMk id="20" creationId="{451A99F8-1599-88FD-13DF-F6D9DD58EB22}"/>
          </ac:spMkLst>
        </pc:spChg>
        <pc:spChg chg="add">
          <ac:chgData name="Thumma, Sunil Reddy (UMKC-Student)" userId="837c1f7e-fa35-479d-afd6-25c5d3371c0a" providerId="ADAL" clId="{F41D1958-0AB9-CD49-BC50-5DF1F710E28D}" dt="2024-11-19T05:03:28.297" v="233" actId="26606"/>
          <ac:spMkLst>
            <pc:docMk/>
            <pc:sldMk cId="1181155412" sldId="261"/>
            <ac:spMk id="22" creationId="{C8A3C342-1D03-412F-8DD3-BF519E8E0AE9}"/>
          </ac:spMkLst>
        </pc:spChg>
        <pc:spChg chg="add">
          <ac:chgData name="Thumma, Sunil Reddy (UMKC-Student)" userId="837c1f7e-fa35-479d-afd6-25c5d3371c0a" providerId="ADAL" clId="{F41D1958-0AB9-CD49-BC50-5DF1F710E28D}" dt="2024-11-19T05:03:28.297" v="233" actId="26606"/>
          <ac:spMkLst>
            <pc:docMk/>
            <pc:sldMk cId="1181155412" sldId="261"/>
            <ac:spMk id="23" creationId="{451A99F8-1599-88FD-13DF-F6D9DD58EB22}"/>
          </ac:spMkLst>
        </pc:spChg>
        <pc:spChg chg="add">
          <ac:chgData name="Thumma, Sunil Reddy (UMKC-Student)" userId="837c1f7e-fa35-479d-afd6-25c5d3371c0a" providerId="ADAL" clId="{F41D1958-0AB9-CD49-BC50-5DF1F710E28D}" dt="2024-11-19T05:03:28.297" v="233" actId="26606"/>
          <ac:spMkLst>
            <pc:docMk/>
            <pc:sldMk cId="1181155412" sldId="261"/>
            <ac:spMk id="24" creationId="{81CC9B02-E087-4350-AEBD-2C3CF001AF01}"/>
          </ac:spMkLst>
        </pc:spChg>
        <pc:graphicFrameChg chg="add del">
          <ac:chgData name="Thumma, Sunil Reddy (UMKC-Student)" userId="837c1f7e-fa35-479d-afd6-25c5d3371c0a" providerId="ADAL" clId="{F41D1958-0AB9-CD49-BC50-5DF1F710E28D}" dt="2024-11-19T05:03:19.336" v="230" actId="26606"/>
          <ac:graphicFrameMkLst>
            <pc:docMk/>
            <pc:sldMk cId="1181155412" sldId="261"/>
            <ac:graphicFrameMk id="17" creationId="{60A2E354-0441-76D4-45C7-DB06140EFA12}"/>
          </ac:graphicFrameMkLst>
        </pc:graphicFrameChg>
        <pc:picChg chg="add del">
          <ac:chgData name="Thumma, Sunil Reddy (UMKC-Student)" userId="837c1f7e-fa35-479d-afd6-25c5d3371c0a" providerId="ADAL" clId="{F41D1958-0AB9-CD49-BC50-5DF1F710E28D}" dt="2024-11-19T05:02:58.781" v="228" actId="26606"/>
          <ac:picMkLst>
            <pc:docMk/>
            <pc:sldMk cId="1181155412" sldId="261"/>
            <ac:picMk id="5" creationId="{CBB3878F-38A4-9F52-DBEF-6B8A730791D6}"/>
          </ac:picMkLst>
        </pc:picChg>
        <pc:picChg chg="add del">
          <ac:chgData name="Thumma, Sunil Reddy (UMKC-Student)" userId="837c1f7e-fa35-479d-afd6-25c5d3371c0a" providerId="ADAL" clId="{F41D1958-0AB9-CD49-BC50-5DF1F710E28D}" dt="2024-11-19T05:03:28.231" v="232" actId="26606"/>
          <ac:picMkLst>
            <pc:docMk/>
            <pc:sldMk cId="1181155412" sldId="261"/>
            <ac:picMk id="19" creationId="{9B9A1924-36AC-0F0A-9236-28E4FC1B701B}"/>
          </ac:picMkLst>
        </pc:picChg>
        <pc:picChg chg="add">
          <ac:chgData name="Thumma, Sunil Reddy (UMKC-Student)" userId="837c1f7e-fa35-479d-afd6-25c5d3371c0a" providerId="ADAL" clId="{F41D1958-0AB9-CD49-BC50-5DF1F710E28D}" dt="2024-11-19T05:03:28.297" v="233" actId="26606"/>
          <ac:picMkLst>
            <pc:docMk/>
            <pc:sldMk cId="1181155412" sldId="261"/>
            <ac:picMk id="25" creationId="{CBB3878F-38A4-9F52-DBEF-6B8A730791D6}"/>
          </ac:picMkLst>
        </pc:picChg>
      </pc:sldChg>
      <pc:sldChg chg="addSp delSp modSp mod setBg">
        <pc:chgData name="Thumma, Sunil Reddy (UMKC-Student)" userId="837c1f7e-fa35-479d-afd6-25c5d3371c0a" providerId="ADAL" clId="{F41D1958-0AB9-CD49-BC50-5DF1F710E28D}" dt="2024-11-19T05:04:11.952" v="236" actId="26606"/>
        <pc:sldMkLst>
          <pc:docMk/>
          <pc:sldMk cId="3352061146" sldId="262"/>
        </pc:sldMkLst>
        <pc:spChg chg="mod">
          <ac:chgData name="Thumma, Sunil Reddy (UMKC-Student)" userId="837c1f7e-fa35-479d-afd6-25c5d3371c0a" providerId="ADAL" clId="{F41D1958-0AB9-CD49-BC50-5DF1F710E28D}" dt="2024-11-19T05:04:11.952" v="236" actId="26606"/>
          <ac:spMkLst>
            <pc:docMk/>
            <pc:sldMk cId="3352061146" sldId="262"/>
            <ac:spMk id="2" creationId="{8BB13D1D-0F4B-8653-6155-3574E9A41624}"/>
          </ac:spMkLst>
        </pc:spChg>
        <pc:spChg chg="add del mod">
          <ac:chgData name="Thumma, Sunil Reddy (UMKC-Student)" userId="837c1f7e-fa35-479d-afd6-25c5d3371c0a" providerId="ADAL" clId="{F41D1958-0AB9-CD49-BC50-5DF1F710E28D}" dt="2024-11-19T05:04:11.952" v="236" actId="26606"/>
          <ac:spMkLst>
            <pc:docMk/>
            <pc:sldMk cId="3352061146" sldId="262"/>
            <ac:spMk id="3" creationId="{707CA038-A5B2-E250-03CD-1362293944C9}"/>
          </ac:spMkLst>
        </pc:spChg>
        <pc:spChg chg="add">
          <ac:chgData name="Thumma, Sunil Reddy (UMKC-Student)" userId="837c1f7e-fa35-479d-afd6-25c5d3371c0a" providerId="ADAL" clId="{F41D1958-0AB9-CD49-BC50-5DF1F710E28D}" dt="2024-11-19T05:04:11.952" v="236" actId="26606"/>
          <ac:spMkLst>
            <pc:docMk/>
            <pc:sldMk cId="3352061146" sldId="262"/>
            <ac:spMk id="7" creationId="{707CA038-A5B2-E250-03CD-1362293944C9}"/>
          </ac:spMkLst>
        </pc:spChg>
        <pc:spChg chg="add">
          <ac:chgData name="Thumma, Sunil Reddy (UMKC-Student)" userId="837c1f7e-fa35-479d-afd6-25c5d3371c0a" providerId="ADAL" clId="{F41D1958-0AB9-CD49-BC50-5DF1F710E28D}" dt="2024-11-19T05:04:11.952" v="236" actId="26606"/>
          <ac:spMkLst>
            <pc:docMk/>
            <pc:sldMk cId="3352061146" sldId="262"/>
            <ac:spMk id="8" creationId="{923E8915-D2AA-4327-A45A-972C3CA9574B}"/>
          </ac:spMkLst>
        </pc:spChg>
        <pc:spChg chg="add">
          <ac:chgData name="Thumma, Sunil Reddy (UMKC-Student)" userId="837c1f7e-fa35-479d-afd6-25c5d3371c0a" providerId="ADAL" clId="{F41D1958-0AB9-CD49-BC50-5DF1F710E28D}" dt="2024-11-19T05:04:11.952" v="236" actId="26606"/>
          <ac:spMkLst>
            <pc:docMk/>
            <pc:sldMk cId="3352061146" sldId="262"/>
            <ac:spMk id="10" creationId="{8302FC3C-9804-4950-B721-5FD704BA6065}"/>
          </ac:spMkLst>
        </pc:spChg>
        <pc:spChg chg="add">
          <ac:chgData name="Thumma, Sunil Reddy (UMKC-Student)" userId="837c1f7e-fa35-479d-afd6-25c5d3371c0a" providerId="ADAL" clId="{F41D1958-0AB9-CD49-BC50-5DF1F710E28D}" dt="2024-11-19T05:04:11.952" v="236" actId="26606"/>
          <ac:spMkLst>
            <pc:docMk/>
            <pc:sldMk cId="3352061146" sldId="262"/>
            <ac:spMk id="16" creationId="{F3798573-F27B-47EB-8EA4-7EE34954C2D6}"/>
          </ac:spMkLst>
        </pc:spChg>
        <pc:graphicFrameChg chg="add del">
          <ac:chgData name="Thumma, Sunil Reddy (UMKC-Student)" userId="837c1f7e-fa35-479d-afd6-25c5d3371c0a" providerId="ADAL" clId="{F41D1958-0AB9-CD49-BC50-5DF1F710E28D}" dt="2024-11-19T05:04:11.896" v="235" actId="26606"/>
          <ac:graphicFrameMkLst>
            <pc:docMk/>
            <pc:sldMk cId="3352061146" sldId="262"/>
            <ac:graphicFrameMk id="5" creationId="{6194D28E-B222-22AE-90B7-2C482EB832F9}"/>
          </ac:graphicFrameMkLst>
        </pc:graphicFrameChg>
        <pc:picChg chg="add">
          <ac:chgData name="Thumma, Sunil Reddy (UMKC-Student)" userId="837c1f7e-fa35-479d-afd6-25c5d3371c0a" providerId="ADAL" clId="{F41D1958-0AB9-CD49-BC50-5DF1F710E28D}" dt="2024-11-19T05:04:11.952" v="236" actId="26606"/>
          <ac:picMkLst>
            <pc:docMk/>
            <pc:sldMk cId="3352061146" sldId="262"/>
            <ac:picMk id="14" creationId="{3BC6EBB2-9BDC-4075-BA6B-43A9FBF9C86C}"/>
          </ac:picMkLst>
        </pc:picChg>
        <pc:cxnChg chg="add">
          <ac:chgData name="Thumma, Sunil Reddy (UMKC-Student)" userId="837c1f7e-fa35-479d-afd6-25c5d3371c0a" providerId="ADAL" clId="{F41D1958-0AB9-CD49-BC50-5DF1F710E28D}" dt="2024-11-19T05:04:11.952" v="236" actId="26606"/>
          <ac:cxnSpMkLst>
            <pc:docMk/>
            <pc:sldMk cId="3352061146" sldId="262"/>
            <ac:cxnSpMk id="12" creationId="{6B9695BD-ECF6-49CA-8877-8C493193C65D}"/>
          </ac:cxnSpMkLst>
        </pc:cxnChg>
      </pc:sldChg>
      <pc:sldChg chg="addSp delSp modSp new mod setBg setClrOvrMap">
        <pc:chgData name="Thumma, Sunil Reddy (UMKC-Student)" userId="837c1f7e-fa35-479d-afd6-25c5d3371c0a" providerId="ADAL" clId="{F41D1958-0AB9-CD49-BC50-5DF1F710E28D}" dt="2024-11-19T05:00:29.541" v="214" actId="26606"/>
        <pc:sldMkLst>
          <pc:docMk/>
          <pc:sldMk cId="2130238462" sldId="263"/>
        </pc:sldMkLst>
        <pc:spChg chg="mod">
          <ac:chgData name="Thumma, Sunil Reddy (UMKC-Student)" userId="837c1f7e-fa35-479d-afd6-25c5d3371c0a" providerId="ADAL" clId="{F41D1958-0AB9-CD49-BC50-5DF1F710E28D}" dt="2024-11-19T05:00:29.541" v="214" actId="26606"/>
          <ac:spMkLst>
            <pc:docMk/>
            <pc:sldMk cId="2130238462" sldId="263"/>
            <ac:spMk id="2" creationId="{0874719F-4CB0-777A-A2EA-BCA69B1E0987}"/>
          </ac:spMkLst>
        </pc:spChg>
        <pc:spChg chg="add del mod">
          <ac:chgData name="Thumma, Sunil Reddy (UMKC-Student)" userId="837c1f7e-fa35-479d-afd6-25c5d3371c0a" providerId="ADAL" clId="{F41D1958-0AB9-CD49-BC50-5DF1F710E28D}" dt="2024-11-19T05:00:05.374" v="212" actId="26606"/>
          <ac:spMkLst>
            <pc:docMk/>
            <pc:sldMk cId="2130238462" sldId="263"/>
            <ac:spMk id="3" creationId="{BA46F2A7-8C53-E0FC-6CE7-8351662BE55A}"/>
          </ac:spMkLst>
        </pc:spChg>
        <pc:spChg chg="add del">
          <ac:chgData name="Thumma, Sunil Reddy (UMKC-Student)" userId="837c1f7e-fa35-479d-afd6-25c5d3371c0a" providerId="ADAL" clId="{F41D1958-0AB9-CD49-BC50-5DF1F710E28D}" dt="2024-11-19T04:59:45.730" v="207" actId="26606"/>
          <ac:spMkLst>
            <pc:docMk/>
            <pc:sldMk cId="2130238462" sldId="263"/>
            <ac:spMk id="6" creationId="{F747F1B4-B831-4277-8AB0-32767F7EB7BF}"/>
          </ac:spMkLst>
        </pc:spChg>
        <pc:spChg chg="add del">
          <ac:chgData name="Thumma, Sunil Reddy (UMKC-Student)" userId="837c1f7e-fa35-479d-afd6-25c5d3371c0a" providerId="ADAL" clId="{F41D1958-0AB9-CD49-BC50-5DF1F710E28D}" dt="2024-11-19T04:59:45.730" v="207" actId="26606"/>
          <ac:spMkLst>
            <pc:docMk/>
            <pc:sldMk cId="2130238462" sldId="263"/>
            <ac:spMk id="7" creationId="{D80CFA21-AB7C-4BEB-9BFF-05764FBBF3C6}"/>
          </ac:spMkLst>
        </pc:spChg>
        <pc:spChg chg="add del">
          <ac:chgData name="Thumma, Sunil Reddy (UMKC-Student)" userId="837c1f7e-fa35-479d-afd6-25c5d3371c0a" providerId="ADAL" clId="{F41D1958-0AB9-CD49-BC50-5DF1F710E28D}" dt="2024-11-19T04:59:45.730" v="207" actId="26606"/>
          <ac:spMkLst>
            <pc:docMk/>
            <pc:sldMk cId="2130238462" sldId="263"/>
            <ac:spMk id="8" creationId="{12F7E335-851A-4CAE-B09F-E657819D4600}"/>
          </ac:spMkLst>
        </pc:spChg>
        <pc:spChg chg="add del">
          <ac:chgData name="Thumma, Sunil Reddy (UMKC-Student)" userId="837c1f7e-fa35-479d-afd6-25c5d3371c0a" providerId="ADAL" clId="{F41D1958-0AB9-CD49-BC50-5DF1F710E28D}" dt="2024-11-18T22:39:58.696" v="54" actId="26606"/>
          <ac:spMkLst>
            <pc:docMk/>
            <pc:sldMk cId="2130238462" sldId="263"/>
            <ac:spMk id="9" creationId="{ABE6F9A3-300E-47F5-B41C-C8C5E758DE7C}"/>
          </ac:spMkLst>
        </pc:spChg>
        <pc:spChg chg="add del">
          <ac:chgData name="Thumma, Sunil Reddy (UMKC-Student)" userId="837c1f7e-fa35-479d-afd6-25c5d3371c0a" providerId="ADAL" clId="{F41D1958-0AB9-CD49-BC50-5DF1F710E28D}" dt="2024-11-19T04:59:45.730" v="207" actId="26606"/>
          <ac:spMkLst>
            <pc:docMk/>
            <pc:sldMk cId="2130238462" sldId="263"/>
            <ac:spMk id="10" creationId="{10B541F0-7F6E-402E-84D8-CF96EACA5FBC}"/>
          </ac:spMkLst>
        </pc:spChg>
        <pc:spChg chg="add del">
          <ac:chgData name="Thumma, Sunil Reddy (UMKC-Student)" userId="837c1f7e-fa35-479d-afd6-25c5d3371c0a" providerId="ADAL" clId="{F41D1958-0AB9-CD49-BC50-5DF1F710E28D}" dt="2024-11-18T22:39:58.696" v="54" actId="26606"/>
          <ac:spMkLst>
            <pc:docMk/>
            <pc:sldMk cId="2130238462" sldId="263"/>
            <ac:spMk id="11" creationId="{61B4701B-39FE-43B8-86AA-D6B8789C2207}"/>
          </ac:spMkLst>
        </pc:spChg>
        <pc:spChg chg="add del">
          <ac:chgData name="Thumma, Sunil Reddy (UMKC-Student)" userId="837c1f7e-fa35-479d-afd6-25c5d3371c0a" providerId="ADAL" clId="{F41D1958-0AB9-CD49-BC50-5DF1F710E28D}" dt="2024-11-18T22:39:58.696" v="54" actId="26606"/>
          <ac:spMkLst>
            <pc:docMk/>
            <pc:sldMk cId="2130238462" sldId="263"/>
            <ac:spMk id="13" creationId="{E9A7EF13-49FA-4355-971A-34B065F35022}"/>
          </ac:spMkLst>
        </pc:spChg>
        <pc:spChg chg="add del">
          <ac:chgData name="Thumma, Sunil Reddy (UMKC-Student)" userId="837c1f7e-fa35-479d-afd6-25c5d3371c0a" providerId="ADAL" clId="{F41D1958-0AB9-CD49-BC50-5DF1F710E28D}" dt="2024-11-18T22:39:58.696" v="54" actId="26606"/>
          <ac:spMkLst>
            <pc:docMk/>
            <pc:sldMk cId="2130238462" sldId="263"/>
            <ac:spMk id="15" creationId="{92CF3C3E-0F7B-4F0C-8EBD-BDD38E9C66F5}"/>
          </ac:spMkLst>
        </pc:spChg>
        <pc:spChg chg="add del">
          <ac:chgData name="Thumma, Sunil Reddy (UMKC-Student)" userId="837c1f7e-fa35-479d-afd6-25c5d3371c0a" providerId="ADAL" clId="{F41D1958-0AB9-CD49-BC50-5DF1F710E28D}" dt="2024-11-19T05:00:05.356" v="211" actId="26606"/>
          <ac:spMkLst>
            <pc:docMk/>
            <pc:sldMk cId="2130238462" sldId="263"/>
            <ac:spMk id="16" creationId="{F747F1B4-B831-4277-8AB0-32767F7EB7BF}"/>
          </ac:spMkLst>
        </pc:spChg>
        <pc:spChg chg="add del">
          <ac:chgData name="Thumma, Sunil Reddy (UMKC-Student)" userId="837c1f7e-fa35-479d-afd6-25c5d3371c0a" providerId="ADAL" clId="{F41D1958-0AB9-CD49-BC50-5DF1F710E28D}" dt="2024-11-19T05:00:05.356" v="211" actId="26606"/>
          <ac:spMkLst>
            <pc:docMk/>
            <pc:sldMk cId="2130238462" sldId="263"/>
            <ac:spMk id="18" creationId="{D80CFA21-AB7C-4BEB-9BFF-05764FBBF3C6}"/>
          </ac:spMkLst>
        </pc:spChg>
        <pc:spChg chg="add del">
          <ac:chgData name="Thumma, Sunil Reddy (UMKC-Student)" userId="837c1f7e-fa35-479d-afd6-25c5d3371c0a" providerId="ADAL" clId="{F41D1958-0AB9-CD49-BC50-5DF1F710E28D}" dt="2024-11-19T05:00:05.356" v="211" actId="26606"/>
          <ac:spMkLst>
            <pc:docMk/>
            <pc:sldMk cId="2130238462" sldId="263"/>
            <ac:spMk id="20" creationId="{12F7E335-851A-4CAE-B09F-E657819D4600}"/>
          </ac:spMkLst>
        </pc:spChg>
        <pc:spChg chg="add del">
          <ac:chgData name="Thumma, Sunil Reddy (UMKC-Student)" userId="837c1f7e-fa35-479d-afd6-25c5d3371c0a" providerId="ADAL" clId="{F41D1958-0AB9-CD49-BC50-5DF1F710E28D}" dt="2024-11-19T05:00:05.356" v="211" actId="26606"/>
          <ac:spMkLst>
            <pc:docMk/>
            <pc:sldMk cId="2130238462" sldId="263"/>
            <ac:spMk id="22" creationId="{10B541F0-7F6E-402E-84D8-CF96EACA5FBC}"/>
          </ac:spMkLst>
        </pc:spChg>
        <pc:spChg chg="add">
          <ac:chgData name="Thumma, Sunil Reddy (UMKC-Student)" userId="837c1f7e-fa35-479d-afd6-25c5d3371c0a" providerId="ADAL" clId="{F41D1958-0AB9-CD49-BC50-5DF1F710E28D}" dt="2024-11-19T05:00:29.541" v="214" actId="26606"/>
          <ac:spMkLst>
            <pc:docMk/>
            <pc:sldMk cId="2130238462" sldId="263"/>
            <ac:spMk id="31" creationId="{F747F1B4-B831-4277-8AB0-32767F7EB7BF}"/>
          </ac:spMkLst>
        </pc:spChg>
        <pc:spChg chg="add">
          <ac:chgData name="Thumma, Sunil Reddy (UMKC-Student)" userId="837c1f7e-fa35-479d-afd6-25c5d3371c0a" providerId="ADAL" clId="{F41D1958-0AB9-CD49-BC50-5DF1F710E28D}" dt="2024-11-19T05:00:29.541" v="214" actId="26606"/>
          <ac:spMkLst>
            <pc:docMk/>
            <pc:sldMk cId="2130238462" sldId="263"/>
            <ac:spMk id="33" creationId="{D80CFA21-AB7C-4BEB-9BFF-05764FBBF3C6}"/>
          </ac:spMkLst>
        </pc:spChg>
        <pc:spChg chg="add">
          <ac:chgData name="Thumma, Sunil Reddy (UMKC-Student)" userId="837c1f7e-fa35-479d-afd6-25c5d3371c0a" providerId="ADAL" clId="{F41D1958-0AB9-CD49-BC50-5DF1F710E28D}" dt="2024-11-19T05:00:29.541" v="214" actId="26606"/>
          <ac:spMkLst>
            <pc:docMk/>
            <pc:sldMk cId="2130238462" sldId="263"/>
            <ac:spMk id="35" creationId="{12F7E335-851A-4CAE-B09F-E657819D4600}"/>
          </ac:spMkLst>
        </pc:spChg>
        <pc:spChg chg="add">
          <ac:chgData name="Thumma, Sunil Reddy (UMKC-Student)" userId="837c1f7e-fa35-479d-afd6-25c5d3371c0a" providerId="ADAL" clId="{F41D1958-0AB9-CD49-BC50-5DF1F710E28D}" dt="2024-11-19T05:00:29.541" v="214" actId="26606"/>
          <ac:spMkLst>
            <pc:docMk/>
            <pc:sldMk cId="2130238462" sldId="263"/>
            <ac:spMk id="37" creationId="{10B541F0-7F6E-402E-84D8-CF96EACA5FBC}"/>
          </ac:spMkLst>
        </pc:spChg>
        <pc:graphicFrameChg chg="add del">
          <ac:chgData name="Thumma, Sunil Reddy (UMKC-Student)" userId="837c1f7e-fa35-479d-afd6-25c5d3371c0a" providerId="ADAL" clId="{F41D1958-0AB9-CD49-BC50-5DF1F710E28D}" dt="2024-11-18T22:39:58.696" v="54" actId="26606"/>
          <ac:graphicFrameMkLst>
            <pc:docMk/>
            <pc:sldMk cId="2130238462" sldId="263"/>
            <ac:graphicFrameMk id="5" creationId="{FD24DFF5-D6F5-5B17-A0F3-053395C1F560}"/>
          </ac:graphicFrameMkLst>
        </pc:graphicFrameChg>
        <pc:graphicFrameChg chg="add del">
          <ac:chgData name="Thumma, Sunil Reddy (UMKC-Student)" userId="837c1f7e-fa35-479d-afd6-25c5d3371c0a" providerId="ADAL" clId="{F41D1958-0AB9-CD49-BC50-5DF1F710E28D}" dt="2024-11-19T04:59:45.730" v="207" actId="26606"/>
          <ac:graphicFrameMkLst>
            <pc:docMk/>
            <pc:sldMk cId="2130238462" sldId="263"/>
            <ac:graphicFrameMk id="12" creationId="{BB7E40F6-7691-2AAE-9155-16788A2C00F8}"/>
          </ac:graphicFrameMkLst>
        </pc:graphicFrameChg>
        <pc:graphicFrameChg chg="add del">
          <ac:chgData name="Thumma, Sunil Reddy (UMKC-Student)" userId="837c1f7e-fa35-479d-afd6-25c5d3371c0a" providerId="ADAL" clId="{F41D1958-0AB9-CD49-BC50-5DF1F710E28D}" dt="2024-11-19T04:59:53.599" v="209" actId="26606"/>
          <ac:graphicFrameMkLst>
            <pc:docMk/>
            <pc:sldMk cId="2130238462" sldId="263"/>
            <ac:graphicFrameMk id="14" creationId="{48181FA6-B3B2-207B-C2B6-10E7282A2CFC}"/>
          </ac:graphicFrameMkLst>
        </pc:graphicFrameChg>
        <pc:graphicFrameChg chg="add del">
          <ac:chgData name="Thumma, Sunil Reddy (UMKC-Student)" userId="837c1f7e-fa35-479d-afd6-25c5d3371c0a" providerId="ADAL" clId="{F41D1958-0AB9-CD49-BC50-5DF1F710E28D}" dt="2024-11-18T22:40:13.885" v="56" actId="26606"/>
          <ac:graphicFrameMkLst>
            <pc:docMk/>
            <pc:sldMk cId="2130238462" sldId="263"/>
            <ac:graphicFrameMk id="17" creationId="{4AFCC8D8-F2B3-B77E-7F09-97607C1BE497}"/>
          </ac:graphicFrameMkLst>
        </pc:graphicFrameChg>
        <pc:graphicFrameChg chg="add del">
          <ac:chgData name="Thumma, Sunil Reddy (UMKC-Student)" userId="837c1f7e-fa35-479d-afd6-25c5d3371c0a" providerId="ADAL" clId="{F41D1958-0AB9-CD49-BC50-5DF1F710E28D}" dt="2024-11-18T22:40:21.849" v="58" actId="26606"/>
          <ac:graphicFrameMkLst>
            <pc:docMk/>
            <pc:sldMk cId="2130238462" sldId="263"/>
            <ac:graphicFrameMk id="19" creationId="{38281790-F284-1F81-6299-C9597042BD0F}"/>
          </ac:graphicFrameMkLst>
        </pc:graphicFrameChg>
        <pc:graphicFrameChg chg="add del">
          <ac:chgData name="Thumma, Sunil Reddy (UMKC-Student)" userId="837c1f7e-fa35-479d-afd6-25c5d3371c0a" providerId="ADAL" clId="{F41D1958-0AB9-CD49-BC50-5DF1F710E28D}" dt="2024-11-18T22:40:25.206" v="60" actId="26606"/>
          <ac:graphicFrameMkLst>
            <pc:docMk/>
            <pc:sldMk cId="2130238462" sldId="263"/>
            <ac:graphicFrameMk id="21" creationId="{536E448E-0957-461F-437F-B4B51B1D1D16}"/>
          </ac:graphicFrameMkLst>
        </pc:graphicFrameChg>
        <pc:graphicFrameChg chg="add del">
          <ac:chgData name="Thumma, Sunil Reddy (UMKC-Student)" userId="837c1f7e-fa35-479d-afd6-25c5d3371c0a" providerId="ADAL" clId="{F41D1958-0AB9-CD49-BC50-5DF1F710E28D}" dt="2024-11-18T22:40:28.683" v="62" actId="26606"/>
          <ac:graphicFrameMkLst>
            <pc:docMk/>
            <pc:sldMk cId="2130238462" sldId="263"/>
            <ac:graphicFrameMk id="23" creationId="{38281790-F284-1F81-6299-C9597042BD0F}"/>
          </ac:graphicFrameMkLst>
        </pc:graphicFrameChg>
        <pc:graphicFrameChg chg="add del">
          <ac:chgData name="Thumma, Sunil Reddy (UMKC-Student)" userId="837c1f7e-fa35-479d-afd6-25c5d3371c0a" providerId="ADAL" clId="{F41D1958-0AB9-CD49-BC50-5DF1F710E28D}" dt="2024-11-19T05:00:05.356" v="211" actId="26606"/>
          <ac:graphicFrameMkLst>
            <pc:docMk/>
            <pc:sldMk cId="2130238462" sldId="263"/>
            <ac:graphicFrameMk id="24" creationId="{BB7E40F6-7691-2AAE-9155-16788A2C00F8}"/>
          </ac:graphicFrameMkLst>
        </pc:graphicFrameChg>
        <pc:graphicFrameChg chg="add del mod">
          <ac:chgData name="Thumma, Sunil Reddy (UMKC-Student)" userId="837c1f7e-fa35-479d-afd6-25c5d3371c0a" providerId="ADAL" clId="{F41D1958-0AB9-CD49-BC50-5DF1F710E28D}" dt="2024-11-18T22:40:55.160" v="72" actId="26606"/>
          <ac:graphicFrameMkLst>
            <pc:docMk/>
            <pc:sldMk cId="2130238462" sldId="263"/>
            <ac:graphicFrameMk id="25" creationId="{4AFCC8D8-F2B3-B77E-7F09-97607C1BE497}"/>
          </ac:graphicFrameMkLst>
        </pc:graphicFrameChg>
        <pc:graphicFrameChg chg="add mod modGraphic">
          <ac:chgData name="Thumma, Sunil Reddy (UMKC-Student)" userId="837c1f7e-fa35-479d-afd6-25c5d3371c0a" providerId="ADAL" clId="{F41D1958-0AB9-CD49-BC50-5DF1F710E28D}" dt="2024-11-19T05:00:29.541" v="214" actId="26606"/>
          <ac:graphicFrameMkLst>
            <pc:docMk/>
            <pc:sldMk cId="2130238462" sldId="263"/>
            <ac:graphicFrameMk id="26" creationId="{74DEFF81-32EE-26E4-022A-2623C4C679F0}"/>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A55CCFC-CE8D-441E-A233-F1D65B85C2A4}" type="doc">
      <dgm:prSet loTypeId="urn:microsoft.com/office/officeart/2018/2/layout/IconCircleList" loCatId="icon" qsTypeId="urn:microsoft.com/office/officeart/2005/8/quickstyle/simple1" qsCatId="simple" csTypeId="urn:microsoft.com/office/officeart/2018/5/colors/Iconchunking_neutralbg_colorful5" csCatId="colorful" phldr="1"/>
      <dgm:spPr/>
      <dgm:t>
        <a:bodyPr/>
        <a:lstStyle/>
        <a:p>
          <a:endParaRPr lang="en-US"/>
        </a:p>
      </dgm:t>
    </dgm:pt>
    <dgm:pt modelId="{0C0730B4-F3CC-4464-8235-79CFEFCAC79A}">
      <dgm:prSet/>
      <dgm:spPr/>
      <dgm:t>
        <a:bodyPr/>
        <a:lstStyle/>
        <a:p>
          <a:r>
            <a:rPr lang="en-US" b="0" i="0"/>
            <a:t>Transparency: Blockchain ensures that all transactions are publicly recorded, allowing contributors to monitor their contributions in real time.</a:t>
          </a:r>
          <a:endParaRPr lang="en-US"/>
        </a:p>
      </dgm:t>
    </dgm:pt>
    <dgm:pt modelId="{18E11567-5FD6-4D36-A178-00DD6CC25961}" type="parTrans" cxnId="{7385840D-A05E-4286-849E-76B2DC827D8E}">
      <dgm:prSet/>
      <dgm:spPr/>
      <dgm:t>
        <a:bodyPr/>
        <a:lstStyle/>
        <a:p>
          <a:endParaRPr lang="en-US"/>
        </a:p>
      </dgm:t>
    </dgm:pt>
    <dgm:pt modelId="{3A593325-5920-426A-A3C3-175E20D9577D}" type="sibTrans" cxnId="{7385840D-A05E-4286-849E-76B2DC827D8E}">
      <dgm:prSet/>
      <dgm:spPr/>
      <dgm:t>
        <a:bodyPr/>
        <a:lstStyle/>
        <a:p>
          <a:endParaRPr lang="en-US"/>
        </a:p>
      </dgm:t>
    </dgm:pt>
    <dgm:pt modelId="{D82CEF03-CF7D-4465-89ED-58300D54C0D7}">
      <dgm:prSet/>
      <dgm:spPr/>
      <dgm:t>
        <a:bodyPr/>
        <a:lstStyle/>
        <a:p>
          <a:r>
            <a:rPr lang="en-US" b="0" i="0"/>
            <a:t>Security: Funds are handled securely via immutable smart contracts, which reduces the danger of fraud or manipulation.</a:t>
          </a:r>
          <a:endParaRPr lang="en-US"/>
        </a:p>
      </dgm:t>
    </dgm:pt>
    <dgm:pt modelId="{E7F306CB-DCB3-4B1A-96AA-6E9C573AE815}" type="parTrans" cxnId="{DD910421-C4A3-4C54-B614-BBAC279EA879}">
      <dgm:prSet/>
      <dgm:spPr/>
      <dgm:t>
        <a:bodyPr/>
        <a:lstStyle/>
        <a:p>
          <a:endParaRPr lang="en-US"/>
        </a:p>
      </dgm:t>
    </dgm:pt>
    <dgm:pt modelId="{890373BC-4F6C-4AD9-BF56-85AF4A59FC6F}" type="sibTrans" cxnId="{DD910421-C4A3-4C54-B614-BBAC279EA879}">
      <dgm:prSet/>
      <dgm:spPr/>
      <dgm:t>
        <a:bodyPr/>
        <a:lstStyle/>
        <a:p>
          <a:endParaRPr lang="en-US"/>
        </a:p>
      </dgm:t>
    </dgm:pt>
    <dgm:pt modelId="{D3E47E50-7851-4962-BD00-B93887571CA9}">
      <dgm:prSet/>
      <dgm:spPr/>
      <dgm:t>
        <a:bodyPr/>
        <a:lstStyle/>
        <a:p>
          <a:r>
            <a:rPr lang="en-US" b="0" i="0"/>
            <a:t>Trust : Eliminates intermediaries, allowing for direct connection between donors and charities and increasing confidence in resource allocation.</a:t>
          </a:r>
          <a:endParaRPr lang="en-US"/>
        </a:p>
      </dgm:t>
    </dgm:pt>
    <dgm:pt modelId="{7F71802D-CB87-45D8-A118-817C940769FA}" type="parTrans" cxnId="{170CC365-BEE9-4767-89BC-E088236BCEF2}">
      <dgm:prSet/>
      <dgm:spPr/>
      <dgm:t>
        <a:bodyPr/>
        <a:lstStyle/>
        <a:p>
          <a:endParaRPr lang="en-US"/>
        </a:p>
      </dgm:t>
    </dgm:pt>
    <dgm:pt modelId="{069CCB8C-C315-4EB3-9FBF-5843FFC7AE4B}" type="sibTrans" cxnId="{170CC365-BEE9-4767-89BC-E088236BCEF2}">
      <dgm:prSet/>
      <dgm:spPr/>
      <dgm:t>
        <a:bodyPr/>
        <a:lstStyle/>
        <a:p>
          <a:endParaRPr lang="en-US"/>
        </a:p>
      </dgm:t>
    </dgm:pt>
    <dgm:pt modelId="{1DD9BA1E-C8C2-4653-8D1A-684A92E911E9}">
      <dgm:prSet/>
      <dgm:spPr/>
      <dgm:t>
        <a:bodyPr/>
        <a:lstStyle/>
        <a:p>
          <a:r>
            <a:rPr lang="en-US" b="0" i="0"/>
            <a:t>Efficiency: Automates operations such as goal development, donations, and fund withdrawals, resulting in less overhead and delays.</a:t>
          </a:r>
          <a:endParaRPr lang="en-US"/>
        </a:p>
      </dgm:t>
    </dgm:pt>
    <dgm:pt modelId="{A3AAD02B-32F5-4618-A0F2-BE870E477E29}" type="parTrans" cxnId="{5D3EE0F9-88C8-43D9-94F4-C3856A2B081B}">
      <dgm:prSet/>
      <dgm:spPr/>
      <dgm:t>
        <a:bodyPr/>
        <a:lstStyle/>
        <a:p>
          <a:endParaRPr lang="en-US"/>
        </a:p>
      </dgm:t>
    </dgm:pt>
    <dgm:pt modelId="{BC818B4A-8D55-484B-BCB2-A91226E60155}" type="sibTrans" cxnId="{5D3EE0F9-88C8-43D9-94F4-C3856A2B081B}">
      <dgm:prSet/>
      <dgm:spPr/>
      <dgm:t>
        <a:bodyPr/>
        <a:lstStyle/>
        <a:p>
          <a:endParaRPr lang="en-US"/>
        </a:p>
      </dgm:t>
    </dgm:pt>
    <dgm:pt modelId="{5F07058A-D5D9-4A38-8FCE-F93D8275857E}" type="pres">
      <dgm:prSet presAssocID="{7A55CCFC-CE8D-441E-A233-F1D65B85C2A4}" presName="root" presStyleCnt="0">
        <dgm:presLayoutVars>
          <dgm:dir/>
          <dgm:resizeHandles val="exact"/>
        </dgm:presLayoutVars>
      </dgm:prSet>
      <dgm:spPr/>
    </dgm:pt>
    <dgm:pt modelId="{70EEE4EE-B917-452A-8B64-1ECFC98D668C}" type="pres">
      <dgm:prSet presAssocID="{7A55CCFC-CE8D-441E-A233-F1D65B85C2A4}" presName="container" presStyleCnt="0">
        <dgm:presLayoutVars>
          <dgm:dir/>
          <dgm:resizeHandles val="exact"/>
        </dgm:presLayoutVars>
      </dgm:prSet>
      <dgm:spPr/>
    </dgm:pt>
    <dgm:pt modelId="{DA9E4B0E-96D2-4F56-BCEC-A49C99D011E3}" type="pres">
      <dgm:prSet presAssocID="{0C0730B4-F3CC-4464-8235-79CFEFCAC79A}" presName="compNode" presStyleCnt="0"/>
      <dgm:spPr/>
    </dgm:pt>
    <dgm:pt modelId="{A4F3B60D-045D-44E6-AAB2-A389FDAD4FB9}" type="pres">
      <dgm:prSet presAssocID="{0C0730B4-F3CC-4464-8235-79CFEFCAC79A}" presName="iconBgRect" presStyleLbl="bgShp" presStyleIdx="0" presStyleCnt="4"/>
      <dgm:spPr/>
    </dgm:pt>
    <dgm:pt modelId="{2A46B298-ED94-468B-B894-30E59E52D0C9}" type="pres">
      <dgm:prSet presAssocID="{0C0730B4-F3CC-4464-8235-79CFEFCAC79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redit card"/>
        </a:ext>
      </dgm:extLst>
    </dgm:pt>
    <dgm:pt modelId="{741C1E86-1F95-4750-B968-91687405F836}" type="pres">
      <dgm:prSet presAssocID="{0C0730B4-F3CC-4464-8235-79CFEFCAC79A}" presName="spaceRect" presStyleCnt="0"/>
      <dgm:spPr/>
    </dgm:pt>
    <dgm:pt modelId="{D005CE21-A630-49D3-ABA8-6D575F87E0FC}" type="pres">
      <dgm:prSet presAssocID="{0C0730B4-F3CC-4464-8235-79CFEFCAC79A}" presName="textRect" presStyleLbl="revTx" presStyleIdx="0" presStyleCnt="4">
        <dgm:presLayoutVars>
          <dgm:chMax val="1"/>
          <dgm:chPref val="1"/>
        </dgm:presLayoutVars>
      </dgm:prSet>
      <dgm:spPr/>
    </dgm:pt>
    <dgm:pt modelId="{BA0BE1F1-8BBF-4558-AE85-A23504F27B6D}" type="pres">
      <dgm:prSet presAssocID="{3A593325-5920-426A-A3C3-175E20D9577D}" presName="sibTrans" presStyleLbl="sibTrans2D1" presStyleIdx="0" presStyleCnt="0"/>
      <dgm:spPr/>
    </dgm:pt>
    <dgm:pt modelId="{822062A9-594B-4AD8-A3C8-0C0F074AE3D0}" type="pres">
      <dgm:prSet presAssocID="{D82CEF03-CF7D-4465-89ED-58300D54C0D7}" presName="compNode" presStyleCnt="0"/>
      <dgm:spPr/>
    </dgm:pt>
    <dgm:pt modelId="{1EABBDBF-7596-428E-A52C-EC2913D7C8AA}" type="pres">
      <dgm:prSet presAssocID="{D82CEF03-CF7D-4465-89ED-58300D54C0D7}" presName="iconBgRect" presStyleLbl="bgShp" presStyleIdx="1" presStyleCnt="4"/>
      <dgm:spPr/>
    </dgm:pt>
    <dgm:pt modelId="{EE5A8779-63F3-43EF-9976-7E157263729E}" type="pres">
      <dgm:prSet presAssocID="{D82CEF03-CF7D-4465-89ED-58300D54C0D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B335ADA8-BA72-4A05-B886-08671DA32155}" type="pres">
      <dgm:prSet presAssocID="{D82CEF03-CF7D-4465-89ED-58300D54C0D7}" presName="spaceRect" presStyleCnt="0"/>
      <dgm:spPr/>
    </dgm:pt>
    <dgm:pt modelId="{F38508C3-844D-48FF-ADCB-38703654D044}" type="pres">
      <dgm:prSet presAssocID="{D82CEF03-CF7D-4465-89ED-58300D54C0D7}" presName="textRect" presStyleLbl="revTx" presStyleIdx="1" presStyleCnt="4">
        <dgm:presLayoutVars>
          <dgm:chMax val="1"/>
          <dgm:chPref val="1"/>
        </dgm:presLayoutVars>
      </dgm:prSet>
      <dgm:spPr/>
    </dgm:pt>
    <dgm:pt modelId="{92EE16D6-84C6-4C90-B667-115781FC5489}" type="pres">
      <dgm:prSet presAssocID="{890373BC-4F6C-4AD9-BF56-85AF4A59FC6F}" presName="sibTrans" presStyleLbl="sibTrans2D1" presStyleIdx="0" presStyleCnt="0"/>
      <dgm:spPr/>
    </dgm:pt>
    <dgm:pt modelId="{3B34BEB4-4CC3-4C85-85FF-5902C6FF0024}" type="pres">
      <dgm:prSet presAssocID="{D3E47E50-7851-4962-BD00-B93887571CA9}" presName="compNode" presStyleCnt="0"/>
      <dgm:spPr/>
    </dgm:pt>
    <dgm:pt modelId="{9ECA8E58-D498-43E0-A559-0DD4450DE5BB}" type="pres">
      <dgm:prSet presAssocID="{D3E47E50-7851-4962-BD00-B93887571CA9}" presName="iconBgRect" presStyleLbl="bgShp" presStyleIdx="2" presStyleCnt="4"/>
      <dgm:spPr/>
    </dgm:pt>
    <dgm:pt modelId="{03BDA4E7-15E7-423E-A094-E4CB0129D8A9}" type="pres">
      <dgm:prSet presAssocID="{D3E47E50-7851-4962-BD00-B93887571CA9}"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onnections"/>
        </a:ext>
      </dgm:extLst>
    </dgm:pt>
    <dgm:pt modelId="{B49C792B-E869-49C4-9B92-7329630113EB}" type="pres">
      <dgm:prSet presAssocID="{D3E47E50-7851-4962-BD00-B93887571CA9}" presName="spaceRect" presStyleCnt="0"/>
      <dgm:spPr/>
    </dgm:pt>
    <dgm:pt modelId="{7B8AB6CB-ADB6-4CCA-81AC-0B61BFB8D73A}" type="pres">
      <dgm:prSet presAssocID="{D3E47E50-7851-4962-BD00-B93887571CA9}" presName="textRect" presStyleLbl="revTx" presStyleIdx="2" presStyleCnt="4">
        <dgm:presLayoutVars>
          <dgm:chMax val="1"/>
          <dgm:chPref val="1"/>
        </dgm:presLayoutVars>
      </dgm:prSet>
      <dgm:spPr/>
    </dgm:pt>
    <dgm:pt modelId="{E0402E95-826B-4767-8F2A-4F049DDE5CF0}" type="pres">
      <dgm:prSet presAssocID="{069CCB8C-C315-4EB3-9FBF-5843FFC7AE4B}" presName="sibTrans" presStyleLbl="sibTrans2D1" presStyleIdx="0" presStyleCnt="0"/>
      <dgm:spPr/>
    </dgm:pt>
    <dgm:pt modelId="{11401A18-9422-4C83-AFDE-CA3226903A28}" type="pres">
      <dgm:prSet presAssocID="{1DD9BA1E-C8C2-4653-8D1A-684A92E911E9}" presName="compNode" presStyleCnt="0"/>
      <dgm:spPr/>
    </dgm:pt>
    <dgm:pt modelId="{732124E3-32A2-4F14-AC9E-D5DEF94245F3}" type="pres">
      <dgm:prSet presAssocID="{1DD9BA1E-C8C2-4653-8D1A-684A92E911E9}" presName="iconBgRect" presStyleLbl="bgShp" presStyleIdx="3" presStyleCnt="4"/>
      <dgm:spPr/>
    </dgm:pt>
    <dgm:pt modelId="{81012823-28AC-47D5-8313-DAC430FDDAEC}" type="pres">
      <dgm:prSet presAssocID="{1DD9BA1E-C8C2-4653-8D1A-684A92E911E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llar"/>
        </a:ext>
      </dgm:extLst>
    </dgm:pt>
    <dgm:pt modelId="{02DC5DEC-8729-4E9C-AF5E-0322850199B8}" type="pres">
      <dgm:prSet presAssocID="{1DD9BA1E-C8C2-4653-8D1A-684A92E911E9}" presName="spaceRect" presStyleCnt="0"/>
      <dgm:spPr/>
    </dgm:pt>
    <dgm:pt modelId="{49441289-8FF1-47AB-8DF4-24C563EB39C3}" type="pres">
      <dgm:prSet presAssocID="{1DD9BA1E-C8C2-4653-8D1A-684A92E911E9}" presName="textRect" presStyleLbl="revTx" presStyleIdx="3" presStyleCnt="4">
        <dgm:presLayoutVars>
          <dgm:chMax val="1"/>
          <dgm:chPref val="1"/>
        </dgm:presLayoutVars>
      </dgm:prSet>
      <dgm:spPr/>
    </dgm:pt>
  </dgm:ptLst>
  <dgm:cxnLst>
    <dgm:cxn modelId="{7385840D-A05E-4286-849E-76B2DC827D8E}" srcId="{7A55CCFC-CE8D-441E-A233-F1D65B85C2A4}" destId="{0C0730B4-F3CC-4464-8235-79CFEFCAC79A}" srcOrd="0" destOrd="0" parTransId="{18E11567-5FD6-4D36-A178-00DD6CC25961}" sibTransId="{3A593325-5920-426A-A3C3-175E20D9577D}"/>
    <dgm:cxn modelId="{06A78210-E17C-4B98-A0FD-BCBD6771B251}" type="presOf" srcId="{069CCB8C-C315-4EB3-9FBF-5843FFC7AE4B}" destId="{E0402E95-826B-4767-8F2A-4F049DDE5CF0}" srcOrd="0" destOrd="0" presId="urn:microsoft.com/office/officeart/2018/2/layout/IconCircleList"/>
    <dgm:cxn modelId="{CD8FDE10-57BE-4BA6-8FD5-68213F66FB19}" type="presOf" srcId="{3A593325-5920-426A-A3C3-175E20D9577D}" destId="{BA0BE1F1-8BBF-4558-AE85-A23504F27B6D}" srcOrd="0" destOrd="0" presId="urn:microsoft.com/office/officeart/2018/2/layout/IconCircleList"/>
    <dgm:cxn modelId="{DD910421-C4A3-4C54-B614-BBAC279EA879}" srcId="{7A55CCFC-CE8D-441E-A233-F1D65B85C2A4}" destId="{D82CEF03-CF7D-4465-89ED-58300D54C0D7}" srcOrd="1" destOrd="0" parTransId="{E7F306CB-DCB3-4B1A-96AA-6E9C573AE815}" sibTransId="{890373BC-4F6C-4AD9-BF56-85AF4A59FC6F}"/>
    <dgm:cxn modelId="{07C9D82C-0FDC-4D7A-9B47-F5EE1A54A1B2}" type="presOf" srcId="{7A55CCFC-CE8D-441E-A233-F1D65B85C2A4}" destId="{5F07058A-D5D9-4A38-8FCE-F93D8275857E}" srcOrd="0" destOrd="0" presId="urn:microsoft.com/office/officeart/2018/2/layout/IconCircleList"/>
    <dgm:cxn modelId="{AB89AF4D-C909-42B9-9D82-338838E9221A}" type="presOf" srcId="{1DD9BA1E-C8C2-4653-8D1A-684A92E911E9}" destId="{49441289-8FF1-47AB-8DF4-24C563EB39C3}" srcOrd="0" destOrd="0" presId="urn:microsoft.com/office/officeart/2018/2/layout/IconCircleList"/>
    <dgm:cxn modelId="{170CC365-BEE9-4767-89BC-E088236BCEF2}" srcId="{7A55CCFC-CE8D-441E-A233-F1D65B85C2A4}" destId="{D3E47E50-7851-4962-BD00-B93887571CA9}" srcOrd="2" destOrd="0" parTransId="{7F71802D-CB87-45D8-A118-817C940769FA}" sibTransId="{069CCB8C-C315-4EB3-9FBF-5843FFC7AE4B}"/>
    <dgm:cxn modelId="{5FAEF56A-5E28-4634-889D-9D4E2538E18D}" type="presOf" srcId="{D3E47E50-7851-4962-BD00-B93887571CA9}" destId="{7B8AB6CB-ADB6-4CCA-81AC-0B61BFB8D73A}" srcOrd="0" destOrd="0" presId="urn:microsoft.com/office/officeart/2018/2/layout/IconCircleList"/>
    <dgm:cxn modelId="{4FE4E973-16AF-4667-A1A6-CC1DEDF939C2}" type="presOf" srcId="{0C0730B4-F3CC-4464-8235-79CFEFCAC79A}" destId="{D005CE21-A630-49D3-ABA8-6D575F87E0FC}" srcOrd="0" destOrd="0" presId="urn:microsoft.com/office/officeart/2018/2/layout/IconCircleList"/>
    <dgm:cxn modelId="{377B807B-9C82-4EFA-8620-20CDE50CD503}" type="presOf" srcId="{D82CEF03-CF7D-4465-89ED-58300D54C0D7}" destId="{F38508C3-844D-48FF-ADCB-38703654D044}" srcOrd="0" destOrd="0" presId="urn:microsoft.com/office/officeart/2018/2/layout/IconCircleList"/>
    <dgm:cxn modelId="{1CF6429B-5B99-4742-8C14-867AA568F529}" type="presOf" srcId="{890373BC-4F6C-4AD9-BF56-85AF4A59FC6F}" destId="{92EE16D6-84C6-4C90-B667-115781FC5489}" srcOrd="0" destOrd="0" presId="urn:microsoft.com/office/officeart/2018/2/layout/IconCircleList"/>
    <dgm:cxn modelId="{5D3EE0F9-88C8-43D9-94F4-C3856A2B081B}" srcId="{7A55CCFC-CE8D-441E-A233-F1D65B85C2A4}" destId="{1DD9BA1E-C8C2-4653-8D1A-684A92E911E9}" srcOrd="3" destOrd="0" parTransId="{A3AAD02B-32F5-4618-A0F2-BE870E477E29}" sibTransId="{BC818B4A-8D55-484B-BCB2-A91226E60155}"/>
    <dgm:cxn modelId="{CBFE7926-AB9B-4700-990D-C7D5B69BE16C}" type="presParOf" srcId="{5F07058A-D5D9-4A38-8FCE-F93D8275857E}" destId="{70EEE4EE-B917-452A-8B64-1ECFC98D668C}" srcOrd="0" destOrd="0" presId="urn:microsoft.com/office/officeart/2018/2/layout/IconCircleList"/>
    <dgm:cxn modelId="{6275248C-48CE-4E3E-95D0-84E7674E2BE0}" type="presParOf" srcId="{70EEE4EE-B917-452A-8B64-1ECFC98D668C}" destId="{DA9E4B0E-96D2-4F56-BCEC-A49C99D011E3}" srcOrd="0" destOrd="0" presId="urn:microsoft.com/office/officeart/2018/2/layout/IconCircleList"/>
    <dgm:cxn modelId="{D9EF1D86-9313-43A5-92E4-B24DFA7E4B5C}" type="presParOf" srcId="{DA9E4B0E-96D2-4F56-BCEC-A49C99D011E3}" destId="{A4F3B60D-045D-44E6-AAB2-A389FDAD4FB9}" srcOrd="0" destOrd="0" presId="urn:microsoft.com/office/officeart/2018/2/layout/IconCircleList"/>
    <dgm:cxn modelId="{73D61FBB-09B0-467E-9847-B0F3A41FACE9}" type="presParOf" srcId="{DA9E4B0E-96D2-4F56-BCEC-A49C99D011E3}" destId="{2A46B298-ED94-468B-B894-30E59E52D0C9}" srcOrd="1" destOrd="0" presId="urn:microsoft.com/office/officeart/2018/2/layout/IconCircleList"/>
    <dgm:cxn modelId="{753356EB-7292-42C6-ABAC-EBAE133BF8F1}" type="presParOf" srcId="{DA9E4B0E-96D2-4F56-BCEC-A49C99D011E3}" destId="{741C1E86-1F95-4750-B968-91687405F836}" srcOrd="2" destOrd="0" presId="urn:microsoft.com/office/officeart/2018/2/layout/IconCircleList"/>
    <dgm:cxn modelId="{0CDDCB41-27E3-4FAB-B563-975D2DB03426}" type="presParOf" srcId="{DA9E4B0E-96D2-4F56-BCEC-A49C99D011E3}" destId="{D005CE21-A630-49D3-ABA8-6D575F87E0FC}" srcOrd="3" destOrd="0" presId="urn:microsoft.com/office/officeart/2018/2/layout/IconCircleList"/>
    <dgm:cxn modelId="{8CF7BCB2-6C15-4595-8591-A2A155FF2503}" type="presParOf" srcId="{70EEE4EE-B917-452A-8B64-1ECFC98D668C}" destId="{BA0BE1F1-8BBF-4558-AE85-A23504F27B6D}" srcOrd="1" destOrd="0" presId="urn:microsoft.com/office/officeart/2018/2/layout/IconCircleList"/>
    <dgm:cxn modelId="{A78AEE71-BD00-419F-BC05-58C768277268}" type="presParOf" srcId="{70EEE4EE-B917-452A-8B64-1ECFC98D668C}" destId="{822062A9-594B-4AD8-A3C8-0C0F074AE3D0}" srcOrd="2" destOrd="0" presId="urn:microsoft.com/office/officeart/2018/2/layout/IconCircleList"/>
    <dgm:cxn modelId="{6C39C478-00CA-459F-8858-104D7CDB5FCF}" type="presParOf" srcId="{822062A9-594B-4AD8-A3C8-0C0F074AE3D0}" destId="{1EABBDBF-7596-428E-A52C-EC2913D7C8AA}" srcOrd="0" destOrd="0" presId="urn:microsoft.com/office/officeart/2018/2/layout/IconCircleList"/>
    <dgm:cxn modelId="{B2E48ADE-E9BA-4AD4-9D48-86D35069310B}" type="presParOf" srcId="{822062A9-594B-4AD8-A3C8-0C0F074AE3D0}" destId="{EE5A8779-63F3-43EF-9976-7E157263729E}" srcOrd="1" destOrd="0" presId="urn:microsoft.com/office/officeart/2018/2/layout/IconCircleList"/>
    <dgm:cxn modelId="{762481F5-03CC-4589-B859-7D474BF75700}" type="presParOf" srcId="{822062A9-594B-4AD8-A3C8-0C0F074AE3D0}" destId="{B335ADA8-BA72-4A05-B886-08671DA32155}" srcOrd="2" destOrd="0" presId="urn:microsoft.com/office/officeart/2018/2/layout/IconCircleList"/>
    <dgm:cxn modelId="{15743C3B-124F-4D96-B46E-B761EC0AEF14}" type="presParOf" srcId="{822062A9-594B-4AD8-A3C8-0C0F074AE3D0}" destId="{F38508C3-844D-48FF-ADCB-38703654D044}" srcOrd="3" destOrd="0" presId="urn:microsoft.com/office/officeart/2018/2/layout/IconCircleList"/>
    <dgm:cxn modelId="{6F262B03-636A-4C58-A75D-1F11580714BF}" type="presParOf" srcId="{70EEE4EE-B917-452A-8B64-1ECFC98D668C}" destId="{92EE16D6-84C6-4C90-B667-115781FC5489}" srcOrd="3" destOrd="0" presId="urn:microsoft.com/office/officeart/2018/2/layout/IconCircleList"/>
    <dgm:cxn modelId="{36181AF5-8391-4997-8A6C-20291F02A47B}" type="presParOf" srcId="{70EEE4EE-B917-452A-8B64-1ECFC98D668C}" destId="{3B34BEB4-4CC3-4C85-85FF-5902C6FF0024}" srcOrd="4" destOrd="0" presId="urn:microsoft.com/office/officeart/2018/2/layout/IconCircleList"/>
    <dgm:cxn modelId="{E31F2D13-3DCD-46E5-9E3A-E0F75BF8A8B4}" type="presParOf" srcId="{3B34BEB4-4CC3-4C85-85FF-5902C6FF0024}" destId="{9ECA8E58-D498-43E0-A559-0DD4450DE5BB}" srcOrd="0" destOrd="0" presId="urn:microsoft.com/office/officeart/2018/2/layout/IconCircleList"/>
    <dgm:cxn modelId="{6464CA13-47A3-4C5F-8F6C-3FCFA073857F}" type="presParOf" srcId="{3B34BEB4-4CC3-4C85-85FF-5902C6FF0024}" destId="{03BDA4E7-15E7-423E-A094-E4CB0129D8A9}" srcOrd="1" destOrd="0" presId="urn:microsoft.com/office/officeart/2018/2/layout/IconCircleList"/>
    <dgm:cxn modelId="{13938629-D8E6-45B3-A0E0-F76AAB2EA2E7}" type="presParOf" srcId="{3B34BEB4-4CC3-4C85-85FF-5902C6FF0024}" destId="{B49C792B-E869-49C4-9B92-7329630113EB}" srcOrd="2" destOrd="0" presId="urn:microsoft.com/office/officeart/2018/2/layout/IconCircleList"/>
    <dgm:cxn modelId="{563073B8-7CFF-42F3-9546-C249A65141F0}" type="presParOf" srcId="{3B34BEB4-4CC3-4C85-85FF-5902C6FF0024}" destId="{7B8AB6CB-ADB6-4CCA-81AC-0B61BFB8D73A}" srcOrd="3" destOrd="0" presId="urn:microsoft.com/office/officeart/2018/2/layout/IconCircleList"/>
    <dgm:cxn modelId="{2A42B5A5-F087-44A7-9C7A-C7CA5558EB70}" type="presParOf" srcId="{70EEE4EE-B917-452A-8B64-1ECFC98D668C}" destId="{E0402E95-826B-4767-8F2A-4F049DDE5CF0}" srcOrd="5" destOrd="0" presId="urn:microsoft.com/office/officeart/2018/2/layout/IconCircleList"/>
    <dgm:cxn modelId="{8137A415-E141-46DB-8920-10332E6061C3}" type="presParOf" srcId="{70EEE4EE-B917-452A-8B64-1ECFC98D668C}" destId="{11401A18-9422-4C83-AFDE-CA3226903A28}" srcOrd="6" destOrd="0" presId="urn:microsoft.com/office/officeart/2018/2/layout/IconCircleList"/>
    <dgm:cxn modelId="{46C083D7-18AB-4742-A6D4-3930C45B38A8}" type="presParOf" srcId="{11401A18-9422-4C83-AFDE-CA3226903A28}" destId="{732124E3-32A2-4F14-AC9E-D5DEF94245F3}" srcOrd="0" destOrd="0" presId="urn:microsoft.com/office/officeart/2018/2/layout/IconCircleList"/>
    <dgm:cxn modelId="{F6A26283-2D3F-474C-A169-0A432D011ED5}" type="presParOf" srcId="{11401A18-9422-4C83-AFDE-CA3226903A28}" destId="{81012823-28AC-47D5-8313-DAC430FDDAEC}" srcOrd="1" destOrd="0" presId="urn:microsoft.com/office/officeart/2018/2/layout/IconCircleList"/>
    <dgm:cxn modelId="{FB34C6A5-AE20-4A2F-A506-3502F9E7A643}" type="presParOf" srcId="{11401A18-9422-4C83-AFDE-CA3226903A28}" destId="{02DC5DEC-8729-4E9C-AF5E-0322850199B8}" srcOrd="2" destOrd="0" presId="urn:microsoft.com/office/officeart/2018/2/layout/IconCircleList"/>
    <dgm:cxn modelId="{F4F44123-775C-49ED-BA86-6732B19374BA}" type="presParOf" srcId="{11401A18-9422-4C83-AFDE-CA3226903A28}" destId="{49441289-8FF1-47AB-8DF4-24C563EB39C3}"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7150EC-27A0-4B76-B3F7-006672E73018}"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4E473A48-84F9-4AE5-8B9C-6EE971D7C0FD}">
      <dgm:prSet/>
      <dgm:spPr/>
      <dgm:t>
        <a:bodyPr/>
        <a:lstStyle/>
        <a:p>
          <a:pPr>
            <a:lnSpc>
              <a:spcPct val="100000"/>
            </a:lnSpc>
          </a:pPr>
          <a:r>
            <a:rPr lang="en-US" b="0" i="0"/>
            <a:t>Frontend (React.js): The user interface is designed with React.js, allowing users to interact with the platform, set objectives, make donations, and track their progress.</a:t>
          </a:r>
          <a:endParaRPr lang="en-US"/>
        </a:p>
      </dgm:t>
    </dgm:pt>
    <dgm:pt modelId="{F4470484-494A-4939-8778-4EC81144CA12}" type="parTrans" cxnId="{91A7F769-2EC8-453A-98A2-518CDF01A27C}">
      <dgm:prSet/>
      <dgm:spPr/>
      <dgm:t>
        <a:bodyPr/>
        <a:lstStyle/>
        <a:p>
          <a:endParaRPr lang="en-US"/>
        </a:p>
      </dgm:t>
    </dgm:pt>
    <dgm:pt modelId="{6806DEC4-C58A-41EB-94EC-922A4AA0419C}" type="sibTrans" cxnId="{91A7F769-2EC8-453A-98A2-518CDF01A27C}">
      <dgm:prSet/>
      <dgm:spPr/>
      <dgm:t>
        <a:bodyPr/>
        <a:lstStyle/>
        <a:p>
          <a:pPr>
            <a:lnSpc>
              <a:spcPct val="100000"/>
            </a:lnSpc>
          </a:pPr>
          <a:endParaRPr lang="en-US"/>
        </a:p>
      </dgm:t>
    </dgm:pt>
    <dgm:pt modelId="{8222757D-2F1D-40FD-AB5F-41398912AEBE}">
      <dgm:prSet/>
      <dgm:spPr/>
      <dgm:t>
        <a:bodyPr/>
        <a:lstStyle/>
        <a:p>
          <a:pPr>
            <a:lnSpc>
              <a:spcPct val="100000"/>
            </a:lnSpc>
          </a:pPr>
          <a:r>
            <a:rPr lang="en-US" b="0" i="0"/>
            <a:t>Web3.js Integration: The frontend links to the Ethereum blockchain via the Web3.js library, allowing for interaction with smart contracts.</a:t>
          </a:r>
          <a:endParaRPr lang="en-US"/>
        </a:p>
      </dgm:t>
    </dgm:pt>
    <dgm:pt modelId="{306B8F94-B6EA-4907-9D2F-951A81E3D046}" type="parTrans" cxnId="{59A7A450-D3B9-4FC2-A51D-8ACE2E31D166}">
      <dgm:prSet/>
      <dgm:spPr/>
      <dgm:t>
        <a:bodyPr/>
        <a:lstStyle/>
        <a:p>
          <a:endParaRPr lang="en-US"/>
        </a:p>
      </dgm:t>
    </dgm:pt>
    <dgm:pt modelId="{7D080ABE-AC88-4897-A70B-D1C98CCC4B91}" type="sibTrans" cxnId="{59A7A450-D3B9-4FC2-A51D-8ACE2E31D166}">
      <dgm:prSet/>
      <dgm:spPr/>
      <dgm:t>
        <a:bodyPr/>
        <a:lstStyle/>
        <a:p>
          <a:pPr>
            <a:lnSpc>
              <a:spcPct val="100000"/>
            </a:lnSpc>
          </a:pPr>
          <a:endParaRPr lang="en-US"/>
        </a:p>
      </dgm:t>
    </dgm:pt>
    <dgm:pt modelId="{7D58B878-2155-49BC-AB9B-188A451B55B8}">
      <dgm:prSet/>
      <dgm:spPr/>
      <dgm:t>
        <a:bodyPr/>
        <a:lstStyle/>
        <a:p>
          <a:pPr>
            <a:lnSpc>
              <a:spcPct val="100000"/>
            </a:lnSpc>
          </a:pPr>
          <a:r>
            <a:rPr lang="en-US" b="0" i="0"/>
            <a:t>Smart Contract (Solidity): A Solidity-based smart contract handles the backend logic. The contract stores charity goals, organizes donations, and processes fund withdrawals.</a:t>
          </a:r>
          <a:endParaRPr lang="en-US"/>
        </a:p>
      </dgm:t>
    </dgm:pt>
    <dgm:pt modelId="{9D014D7B-341D-4BD8-AB40-BEF66BCBDB32}" type="parTrans" cxnId="{A00B12B3-EA49-4FF0-9B52-B77502931C65}">
      <dgm:prSet/>
      <dgm:spPr/>
      <dgm:t>
        <a:bodyPr/>
        <a:lstStyle/>
        <a:p>
          <a:endParaRPr lang="en-US"/>
        </a:p>
      </dgm:t>
    </dgm:pt>
    <dgm:pt modelId="{D9BBD014-EC81-4AED-B2F7-EC54F46AD0A0}" type="sibTrans" cxnId="{A00B12B3-EA49-4FF0-9B52-B77502931C65}">
      <dgm:prSet/>
      <dgm:spPr/>
      <dgm:t>
        <a:bodyPr/>
        <a:lstStyle/>
        <a:p>
          <a:pPr>
            <a:lnSpc>
              <a:spcPct val="100000"/>
            </a:lnSpc>
          </a:pPr>
          <a:endParaRPr lang="en-US"/>
        </a:p>
      </dgm:t>
    </dgm:pt>
    <dgm:pt modelId="{0FF1FB70-CBD9-4F75-A4DF-678C9E26EA16}">
      <dgm:prSet/>
      <dgm:spPr/>
      <dgm:t>
        <a:bodyPr/>
        <a:lstStyle/>
        <a:p>
          <a:pPr>
            <a:lnSpc>
              <a:spcPct val="100000"/>
            </a:lnSpc>
          </a:pPr>
          <a:r>
            <a:rPr lang="en-US" b="0" i="0"/>
            <a:t>Blockchain (Ethereum Test Network): All transactions are recorded on the Ethereum blockchain (for example, via Goerli or a local Hardhat network), assuring immutability and transparency.</a:t>
          </a:r>
          <a:endParaRPr lang="en-US"/>
        </a:p>
      </dgm:t>
    </dgm:pt>
    <dgm:pt modelId="{20E03D33-AA35-4361-A5F1-7B60B63D62CD}" type="parTrans" cxnId="{B1D76D0E-5690-44C8-9032-D56CD1BDC81F}">
      <dgm:prSet/>
      <dgm:spPr/>
      <dgm:t>
        <a:bodyPr/>
        <a:lstStyle/>
        <a:p>
          <a:endParaRPr lang="en-US"/>
        </a:p>
      </dgm:t>
    </dgm:pt>
    <dgm:pt modelId="{44AE5748-AFF5-4584-B3FC-8041D543CB99}" type="sibTrans" cxnId="{B1D76D0E-5690-44C8-9032-D56CD1BDC81F}">
      <dgm:prSet/>
      <dgm:spPr/>
      <dgm:t>
        <a:bodyPr/>
        <a:lstStyle/>
        <a:p>
          <a:pPr>
            <a:lnSpc>
              <a:spcPct val="100000"/>
            </a:lnSpc>
          </a:pPr>
          <a:endParaRPr lang="en-US"/>
        </a:p>
      </dgm:t>
    </dgm:pt>
    <dgm:pt modelId="{D7918082-FECC-40C0-849F-854D49D1AB2A}">
      <dgm:prSet/>
      <dgm:spPr/>
      <dgm:t>
        <a:bodyPr/>
        <a:lstStyle/>
        <a:p>
          <a:pPr>
            <a:lnSpc>
              <a:spcPct val="100000"/>
            </a:lnSpc>
          </a:pPr>
          <a:r>
            <a:rPr lang="en-US" b="0" i="0"/>
            <a:t>MetaMask Wallet: Users connect their MetaMask wallet to the platform to ensure safe transactions and authentication.</a:t>
          </a:r>
          <a:endParaRPr lang="en-US"/>
        </a:p>
      </dgm:t>
    </dgm:pt>
    <dgm:pt modelId="{AF561C3D-69C0-48B7-A2A5-EC2CE7D73B9D}" type="parTrans" cxnId="{180D681B-0EF4-413C-87A8-56424313A8DD}">
      <dgm:prSet/>
      <dgm:spPr/>
      <dgm:t>
        <a:bodyPr/>
        <a:lstStyle/>
        <a:p>
          <a:endParaRPr lang="en-US"/>
        </a:p>
      </dgm:t>
    </dgm:pt>
    <dgm:pt modelId="{EA183D2B-A2E1-4889-9502-F08740D0057D}" type="sibTrans" cxnId="{180D681B-0EF4-413C-87A8-56424313A8DD}">
      <dgm:prSet/>
      <dgm:spPr/>
      <dgm:t>
        <a:bodyPr/>
        <a:lstStyle/>
        <a:p>
          <a:endParaRPr lang="en-US"/>
        </a:p>
      </dgm:t>
    </dgm:pt>
    <dgm:pt modelId="{2D758920-E0BD-407C-BFA1-A7E6098AB024}" type="pres">
      <dgm:prSet presAssocID="{0C7150EC-27A0-4B76-B3F7-006672E73018}" presName="root" presStyleCnt="0">
        <dgm:presLayoutVars>
          <dgm:dir/>
          <dgm:resizeHandles val="exact"/>
        </dgm:presLayoutVars>
      </dgm:prSet>
      <dgm:spPr/>
    </dgm:pt>
    <dgm:pt modelId="{537BF959-5BFF-41CB-B646-4F310EE88B06}" type="pres">
      <dgm:prSet presAssocID="{4E473A48-84F9-4AE5-8B9C-6EE971D7C0FD}" presName="compNode" presStyleCnt="0"/>
      <dgm:spPr/>
    </dgm:pt>
    <dgm:pt modelId="{2B38FF4C-FAEB-4D25-A34D-0DEBEAACCDB7}" type="pres">
      <dgm:prSet presAssocID="{4E473A48-84F9-4AE5-8B9C-6EE971D7C0F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DA12263E-CFA6-4223-9F76-C25EB491688F}" type="pres">
      <dgm:prSet presAssocID="{4E473A48-84F9-4AE5-8B9C-6EE971D7C0FD}" presName="spaceRect" presStyleCnt="0"/>
      <dgm:spPr/>
    </dgm:pt>
    <dgm:pt modelId="{780FE6C2-69FC-4694-998A-452466D4E916}" type="pres">
      <dgm:prSet presAssocID="{4E473A48-84F9-4AE5-8B9C-6EE971D7C0FD}" presName="textRect" presStyleLbl="revTx" presStyleIdx="0" presStyleCnt="5">
        <dgm:presLayoutVars>
          <dgm:chMax val="1"/>
          <dgm:chPref val="1"/>
        </dgm:presLayoutVars>
      </dgm:prSet>
      <dgm:spPr/>
    </dgm:pt>
    <dgm:pt modelId="{2DFA5C5C-C0DF-4335-AD68-E48B8162985F}" type="pres">
      <dgm:prSet presAssocID="{6806DEC4-C58A-41EB-94EC-922A4AA0419C}" presName="sibTrans" presStyleCnt="0"/>
      <dgm:spPr/>
    </dgm:pt>
    <dgm:pt modelId="{15ACD6E5-9F47-4915-B179-EDAA2B3ECEC8}" type="pres">
      <dgm:prSet presAssocID="{8222757D-2F1D-40FD-AB5F-41398912AEBE}" presName="compNode" presStyleCnt="0"/>
      <dgm:spPr/>
    </dgm:pt>
    <dgm:pt modelId="{A197F648-C9CA-4D03-BE32-233505CCE713}" type="pres">
      <dgm:prSet presAssocID="{8222757D-2F1D-40FD-AB5F-41398912AEB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ink"/>
        </a:ext>
      </dgm:extLst>
    </dgm:pt>
    <dgm:pt modelId="{C94FBCA6-5E9B-40FE-B47D-7F8FF1D44C18}" type="pres">
      <dgm:prSet presAssocID="{8222757D-2F1D-40FD-AB5F-41398912AEBE}" presName="spaceRect" presStyleCnt="0"/>
      <dgm:spPr/>
    </dgm:pt>
    <dgm:pt modelId="{A1562106-DF0D-4CA1-A9BC-813CF2C2B248}" type="pres">
      <dgm:prSet presAssocID="{8222757D-2F1D-40FD-AB5F-41398912AEBE}" presName="textRect" presStyleLbl="revTx" presStyleIdx="1" presStyleCnt="5">
        <dgm:presLayoutVars>
          <dgm:chMax val="1"/>
          <dgm:chPref val="1"/>
        </dgm:presLayoutVars>
      </dgm:prSet>
      <dgm:spPr/>
    </dgm:pt>
    <dgm:pt modelId="{54F7C355-EF51-422E-8165-366D1E661CA7}" type="pres">
      <dgm:prSet presAssocID="{7D080ABE-AC88-4897-A70B-D1C98CCC4B91}" presName="sibTrans" presStyleCnt="0"/>
      <dgm:spPr/>
    </dgm:pt>
    <dgm:pt modelId="{1016C9E8-58B8-4827-A973-5C2BECADD8CE}" type="pres">
      <dgm:prSet presAssocID="{7D58B878-2155-49BC-AB9B-188A451B55B8}" presName="compNode" presStyleCnt="0"/>
      <dgm:spPr/>
    </dgm:pt>
    <dgm:pt modelId="{66F03702-69C1-49BA-A656-BB95F575B3AC}" type="pres">
      <dgm:prSet presAssocID="{7D58B878-2155-49BC-AB9B-188A451B55B8}"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cument"/>
        </a:ext>
      </dgm:extLst>
    </dgm:pt>
    <dgm:pt modelId="{0BDDC3AC-1D58-420B-881A-E0FC90262A4C}" type="pres">
      <dgm:prSet presAssocID="{7D58B878-2155-49BC-AB9B-188A451B55B8}" presName="spaceRect" presStyleCnt="0"/>
      <dgm:spPr/>
    </dgm:pt>
    <dgm:pt modelId="{3A69864F-59DA-41E1-B596-0EE587085554}" type="pres">
      <dgm:prSet presAssocID="{7D58B878-2155-49BC-AB9B-188A451B55B8}" presName="textRect" presStyleLbl="revTx" presStyleIdx="2" presStyleCnt="5">
        <dgm:presLayoutVars>
          <dgm:chMax val="1"/>
          <dgm:chPref val="1"/>
        </dgm:presLayoutVars>
      </dgm:prSet>
      <dgm:spPr/>
    </dgm:pt>
    <dgm:pt modelId="{8078C332-2218-495B-A7E7-6A76C16CED74}" type="pres">
      <dgm:prSet presAssocID="{D9BBD014-EC81-4AED-B2F7-EC54F46AD0A0}" presName="sibTrans" presStyleCnt="0"/>
      <dgm:spPr/>
    </dgm:pt>
    <dgm:pt modelId="{BEEFBE98-4DA1-42E0-B6E3-E4883A4B0477}" type="pres">
      <dgm:prSet presAssocID="{0FF1FB70-CBD9-4F75-A4DF-678C9E26EA16}" presName="compNode" presStyleCnt="0"/>
      <dgm:spPr/>
    </dgm:pt>
    <dgm:pt modelId="{74DCC0D0-D551-44DB-99E3-526EE44AA62C}" type="pres">
      <dgm:prSet presAssocID="{0FF1FB70-CBD9-4F75-A4DF-678C9E26EA1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itcoin"/>
        </a:ext>
      </dgm:extLst>
    </dgm:pt>
    <dgm:pt modelId="{A2309F12-7382-42D1-9456-84D637CA4103}" type="pres">
      <dgm:prSet presAssocID="{0FF1FB70-CBD9-4F75-A4DF-678C9E26EA16}" presName="spaceRect" presStyleCnt="0"/>
      <dgm:spPr/>
    </dgm:pt>
    <dgm:pt modelId="{030D6AB0-2C36-41D7-B84E-98EF347D5F3C}" type="pres">
      <dgm:prSet presAssocID="{0FF1FB70-CBD9-4F75-A4DF-678C9E26EA16}" presName="textRect" presStyleLbl="revTx" presStyleIdx="3" presStyleCnt="5">
        <dgm:presLayoutVars>
          <dgm:chMax val="1"/>
          <dgm:chPref val="1"/>
        </dgm:presLayoutVars>
      </dgm:prSet>
      <dgm:spPr/>
    </dgm:pt>
    <dgm:pt modelId="{5D6C74F8-C54F-478A-AD8A-8743172FFD65}" type="pres">
      <dgm:prSet presAssocID="{44AE5748-AFF5-4584-B3FC-8041D543CB99}" presName="sibTrans" presStyleCnt="0"/>
      <dgm:spPr/>
    </dgm:pt>
    <dgm:pt modelId="{DB2A893D-4CCE-4E92-A192-559014ADB716}" type="pres">
      <dgm:prSet presAssocID="{D7918082-FECC-40C0-849F-854D49D1AB2A}" presName="compNode" presStyleCnt="0"/>
      <dgm:spPr/>
    </dgm:pt>
    <dgm:pt modelId="{F2B4078B-4918-4D51-95FD-D8761970AF0E}" type="pres">
      <dgm:prSet presAssocID="{D7918082-FECC-40C0-849F-854D49D1AB2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allet"/>
        </a:ext>
      </dgm:extLst>
    </dgm:pt>
    <dgm:pt modelId="{258FC1F1-FFD2-4E38-AB43-D5B02EE931DE}" type="pres">
      <dgm:prSet presAssocID="{D7918082-FECC-40C0-849F-854D49D1AB2A}" presName="spaceRect" presStyleCnt="0"/>
      <dgm:spPr/>
    </dgm:pt>
    <dgm:pt modelId="{1B060AE6-154E-4093-8D6B-9310CF27399F}" type="pres">
      <dgm:prSet presAssocID="{D7918082-FECC-40C0-849F-854D49D1AB2A}" presName="textRect" presStyleLbl="revTx" presStyleIdx="4" presStyleCnt="5">
        <dgm:presLayoutVars>
          <dgm:chMax val="1"/>
          <dgm:chPref val="1"/>
        </dgm:presLayoutVars>
      </dgm:prSet>
      <dgm:spPr/>
    </dgm:pt>
  </dgm:ptLst>
  <dgm:cxnLst>
    <dgm:cxn modelId="{32E0B905-33CE-EA49-A7A4-C00161EEAB39}" type="presOf" srcId="{7D58B878-2155-49BC-AB9B-188A451B55B8}" destId="{3A69864F-59DA-41E1-B596-0EE587085554}" srcOrd="0" destOrd="0" presId="urn:microsoft.com/office/officeart/2018/2/layout/IconLabelList"/>
    <dgm:cxn modelId="{B1D76D0E-5690-44C8-9032-D56CD1BDC81F}" srcId="{0C7150EC-27A0-4B76-B3F7-006672E73018}" destId="{0FF1FB70-CBD9-4F75-A4DF-678C9E26EA16}" srcOrd="3" destOrd="0" parTransId="{20E03D33-AA35-4361-A5F1-7B60B63D62CD}" sibTransId="{44AE5748-AFF5-4584-B3FC-8041D543CB99}"/>
    <dgm:cxn modelId="{180D681B-0EF4-413C-87A8-56424313A8DD}" srcId="{0C7150EC-27A0-4B76-B3F7-006672E73018}" destId="{D7918082-FECC-40C0-849F-854D49D1AB2A}" srcOrd="4" destOrd="0" parTransId="{AF561C3D-69C0-48B7-A2A5-EC2CE7D73B9D}" sibTransId="{EA183D2B-A2E1-4889-9502-F08740D0057D}"/>
    <dgm:cxn modelId="{D8A0902A-1CD0-D140-87B1-0555ED27E2D9}" type="presOf" srcId="{8222757D-2F1D-40FD-AB5F-41398912AEBE}" destId="{A1562106-DF0D-4CA1-A9BC-813CF2C2B248}" srcOrd="0" destOrd="0" presId="urn:microsoft.com/office/officeart/2018/2/layout/IconLabelList"/>
    <dgm:cxn modelId="{ECEEAC2D-905B-2648-ACE8-DD545DB54BD2}" type="presOf" srcId="{0C7150EC-27A0-4B76-B3F7-006672E73018}" destId="{2D758920-E0BD-407C-BFA1-A7E6098AB024}" srcOrd="0" destOrd="0" presId="urn:microsoft.com/office/officeart/2018/2/layout/IconLabelList"/>
    <dgm:cxn modelId="{59A7A450-D3B9-4FC2-A51D-8ACE2E31D166}" srcId="{0C7150EC-27A0-4B76-B3F7-006672E73018}" destId="{8222757D-2F1D-40FD-AB5F-41398912AEBE}" srcOrd="1" destOrd="0" parTransId="{306B8F94-B6EA-4907-9D2F-951A81E3D046}" sibTransId="{7D080ABE-AC88-4897-A70B-D1C98CCC4B91}"/>
    <dgm:cxn modelId="{91A7F769-2EC8-453A-98A2-518CDF01A27C}" srcId="{0C7150EC-27A0-4B76-B3F7-006672E73018}" destId="{4E473A48-84F9-4AE5-8B9C-6EE971D7C0FD}" srcOrd="0" destOrd="0" parTransId="{F4470484-494A-4939-8778-4EC81144CA12}" sibTransId="{6806DEC4-C58A-41EB-94EC-922A4AA0419C}"/>
    <dgm:cxn modelId="{A00B12B3-EA49-4FF0-9B52-B77502931C65}" srcId="{0C7150EC-27A0-4B76-B3F7-006672E73018}" destId="{7D58B878-2155-49BC-AB9B-188A451B55B8}" srcOrd="2" destOrd="0" parTransId="{9D014D7B-341D-4BD8-AB40-BEF66BCBDB32}" sibTransId="{D9BBD014-EC81-4AED-B2F7-EC54F46AD0A0}"/>
    <dgm:cxn modelId="{21B1B8C3-582B-514C-84E2-ACF19B202816}" type="presOf" srcId="{0FF1FB70-CBD9-4F75-A4DF-678C9E26EA16}" destId="{030D6AB0-2C36-41D7-B84E-98EF347D5F3C}" srcOrd="0" destOrd="0" presId="urn:microsoft.com/office/officeart/2018/2/layout/IconLabelList"/>
    <dgm:cxn modelId="{AF9AF4D3-C764-1A4B-AFF0-80A61BA66816}" type="presOf" srcId="{D7918082-FECC-40C0-849F-854D49D1AB2A}" destId="{1B060AE6-154E-4093-8D6B-9310CF27399F}" srcOrd="0" destOrd="0" presId="urn:microsoft.com/office/officeart/2018/2/layout/IconLabelList"/>
    <dgm:cxn modelId="{A6C400DD-ABDA-C64A-99D2-4E1625EAD522}" type="presOf" srcId="{4E473A48-84F9-4AE5-8B9C-6EE971D7C0FD}" destId="{780FE6C2-69FC-4694-998A-452466D4E916}" srcOrd="0" destOrd="0" presId="urn:microsoft.com/office/officeart/2018/2/layout/IconLabelList"/>
    <dgm:cxn modelId="{1E90C087-E374-7D4E-BA95-134D3FEADC10}" type="presParOf" srcId="{2D758920-E0BD-407C-BFA1-A7E6098AB024}" destId="{537BF959-5BFF-41CB-B646-4F310EE88B06}" srcOrd="0" destOrd="0" presId="urn:microsoft.com/office/officeart/2018/2/layout/IconLabelList"/>
    <dgm:cxn modelId="{D01DBA5A-6413-C14D-9596-C98A97031E7F}" type="presParOf" srcId="{537BF959-5BFF-41CB-B646-4F310EE88B06}" destId="{2B38FF4C-FAEB-4D25-A34D-0DEBEAACCDB7}" srcOrd="0" destOrd="0" presId="urn:microsoft.com/office/officeart/2018/2/layout/IconLabelList"/>
    <dgm:cxn modelId="{71897587-8F65-0243-8520-ADFC5B8B6EA1}" type="presParOf" srcId="{537BF959-5BFF-41CB-B646-4F310EE88B06}" destId="{DA12263E-CFA6-4223-9F76-C25EB491688F}" srcOrd="1" destOrd="0" presId="urn:microsoft.com/office/officeart/2018/2/layout/IconLabelList"/>
    <dgm:cxn modelId="{75911F39-5C35-4249-AB6D-EC6F3CF08358}" type="presParOf" srcId="{537BF959-5BFF-41CB-B646-4F310EE88B06}" destId="{780FE6C2-69FC-4694-998A-452466D4E916}" srcOrd="2" destOrd="0" presId="urn:microsoft.com/office/officeart/2018/2/layout/IconLabelList"/>
    <dgm:cxn modelId="{C1D9FC1A-8D29-7D45-96ED-C7065305AD49}" type="presParOf" srcId="{2D758920-E0BD-407C-BFA1-A7E6098AB024}" destId="{2DFA5C5C-C0DF-4335-AD68-E48B8162985F}" srcOrd="1" destOrd="0" presId="urn:microsoft.com/office/officeart/2018/2/layout/IconLabelList"/>
    <dgm:cxn modelId="{4BAE5469-4857-0048-9473-7CD9B7C49A57}" type="presParOf" srcId="{2D758920-E0BD-407C-BFA1-A7E6098AB024}" destId="{15ACD6E5-9F47-4915-B179-EDAA2B3ECEC8}" srcOrd="2" destOrd="0" presId="urn:microsoft.com/office/officeart/2018/2/layout/IconLabelList"/>
    <dgm:cxn modelId="{41D7BC97-A819-7D47-A601-8830031E0A53}" type="presParOf" srcId="{15ACD6E5-9F47-4915-B179-EDAA2B3ECEC8}" destId="{A197F648-C9CA-4D03-BE32-233505CCE713}" srcOrd="0" destOrd="0" presId="urn:microsoft.com/office/officeart/2018/2/layout/IconLabelList"/>
    <dgm:cxn modelId="{AA31B536-D7AE-D54B-9609-DBB58F41AE16}" type="presParOf" srcId="{15ACD6E5-9F47-4915-B179-EDAA2B3ECEC8}" destId="{C94FBCA6-5E9B-40FE-B47D-7F8FF1D44C18}" srcOrd="1" destOrd="0" presId="urn:microsoft.com/office/officeart/2018/2/layout/IconLabelList"/>
    <dgm:cxn modelId="{E3D7363E-DB3E-394F-9D31-AE4DBE4264CA}" type="presParOf" srcId="{15ACD6E5-9F47-4915-B179-EDAA2B3ECEC8}" destId="{A1562106-DF0D-4CA1-A9BC-813CF2C2B248}" srcOrd="2" destOrd="0" presId="urn:microsoft.com/office/officeart/2018/2/layout/IconLabelList"/>
    <dgm:cxn modelId="{CE1FC471-7EDD-C742-A514-78F9E6122B97}" type="presParOf" srcId="{2D758920-E0BD-407C-BFA1-A7E6098AB024}" destId="{54F7C355-EF51-422E-8165-366D1E661CA7}" srcOrd="3" destOrd="0" presId="urn:microsoft.com/office/officeart/2018/2/layout/IconLabelList"/>
    <dgm:cxn modelId="{84663582-FCAC-AE4B-A290-9AC98756B014}" type="presParOf" srcId="{2D758920-E0BD-407C-BFA1-A7E6098AB024}" destId="{1016C9E8-58B8-4827-A973-5C2BECADD8CE}" srcOrd="4" destOrd="0" presId="urn:microsoft.com/office/officeart/2018/2/layout/IconLabelList"/>
    <dgm:cxn modelId="{9D6400A6-E16A-E84D-800C-52A47BE00121}" type="presParOf" srcId="{1016C9E8-58B8-4827-A973-5C2BECADD8CE}" destId="{66F03702-69C1-49BA-A656-BB95F575B3AC}" srcOrd="0" destOrd="0" presId="urn:microsoft.com/office/officeart/2018/2/layout/IconLabelList"/>
    <dgm:cxn modelId="{C845A164-55C6-934D-BBC5-744466767107}" type="presParOf" srcId="{1016C9E8-58B8-4827-A973-5C2BECADD8CE}" destId="{0BDDC3AC-1D58-420B-881A-E0FC90262A4C}" srcOrd="1" destOrd="0" presId="urn:microsoft.com/office/officeart/2018/2/layout/IconLabelList"/>
    <dgm:cxn modelId="{8AB7A256-E255-AB41-A723-056475448702}" type="presParOf" srcId="{1016C9E8-58B8-4827-A973-5C2BECADD8CE}" destId="{3A69864F-59DA-41E1-B596-0EE587085554}" srcOrd="2" destOrd="0" presId="urn:microsoft.com/office/officeart/2018/2/layout/IconLabelList"/>
    <dgm:cxn modelId="{27EF4A62-E60E-AA44-B536-23FB0A8430AA}" type="presParOf" srcId="{2D758920-E0BD-407C-BFA1-A7E6098AB024}" destId="{8078C332-2218-495B-A7E7-6A76C16CED74}" srcOrd="5" destOrd="0" presId="urn:microsoft.com/office/officeart/2018/2/layout/IconLabelList"/>
    <dgm:cxn modelId="{79AA8754-6387-7046-A387-81D16874F2E1}" type="presParOf" srcId="{2D758920-E0BD-407C-BFA1-A7E6098AB024}" destId="{BEEFBE98-4DA1-42E0-B6E3-E4883A4B0477}" srcOrd="6" destOrd="0" presId="urn:microsoft.com/office/officeart/2018/2/layout/IconLabelList"/>
    <dgm:cxn modelId="{81B2CA65-EEDB-6242-B54B-A781385CFDA6}" type="presParOf" srcId="{BEEFBE98-4DA1-42E0-B6E3-E4883A4B0477}" destId="{74DCC0D0-D551-44DB-99E3-526EE44AA62C}" srcOrd="0" destOrd="0" presId="urn:microsoft.com/office/officeart/2018/2/layout/IconLabelList"/>
    <dgm:cxn modelId="{B7DF69E0-8380-3343-AE62-2CA2A397EACE}" type="presParOf" srcId="{BEEFBE98-4DA1-42E0-B6E3-E4883A4B0477}" destId="{A2309F12-7382-42D1-9456-84D637CA4103}" srcOrd="1" destOrd="0" presId="urn:microsoft.com/office/officeart/2018/2/layout/IconLabelList"/>
    <dgm:cxn modelId="{7D226004-2A30-FF47-96B5-378C47A0714D}" type="presParOf" srcId="{BEEFBE98-4DA1-42E0-B6E3-E4883A4B0477}" destId="{030D6AB0-2C36-41D7-B84E-98EF347D5F3C}" srcOrd="2" destOrd="0" presId="urn:microsoft.com/office/officeart/2018/2/layout/IconLabelList"/>
    <dgm:cxn modelId="{45F90363-BD4C-664B-9C4B-9D9DCACB3DEE}" type="presParOf" srcId="{2D758920-E0BD-407C-BFA1-A7E6098AB024}" destId="{5D6C74F8-C54F-478A-AD8A-8743172FFD65}" srcOrd="7" destOrd="0" presId="urn:microsoft.com/office/officeart/2018/2/layout/IconLabelList"/>
    <dgm:cxn modelId="{F401E757-5D16-A240-BEA7-74FB2391847C}" type="presParOf" srcId="{2D758920-E0BD-407C-BFA1-A7E6098AB024}" destId="{DB2A893D-4CCE-4E92-A192-559014ADB716}" srcOrd="8" destOrd="0" presId="urn:microsoft.com/office/officeart/2018/2/layout/IconLabelList"/>
    <dgm:cxn modelId="{699C5B84-D6D6-144C-A14F-F6535A1FEF95}" type="presParOf" srcId="{DB2A893D-4CCE-4E92-A192-559014ADB716}" destId="{F2B4078B-4918-4D51-95FD-D8761970AF0E}" srcOrd="0" destOrd="0" presId="urn:microsoft.com/office/officeart/2018/2/layout/IconLabelList"/>
    <dgm:cxn modelId="{AF2F86D7-8EE1-D749-96F4-2CE5AFA23065}" type="presParOf" srcId="{DB2A893D-4CCE-4E92-A192-559014ADB716}" destId="{258FC1F1-FFD2-4E38-AB43-D5B02EE931DE}" srcOrd="1" destOrd="0" presId="urn:microsoft.com/office/officeart/2018/2/layout/IconLabelList"/>
    <dgm:cxn modelId="{48ACE6BF-3BE5-9145-846E-DCC4D76A8B91}" type="presParOf" srcId="{DB2A893D-4CCE-4E92-A192-559014ADB716}" destId="{1B060AE6-154E-4093-8D6B-9310CF27399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3B60D-045D-44E6-AAB2-A389FDAD4FB9}">
      <dsp:nvSpPr>
        <dsp:cNvPr id="0" name=""/>
        <dsp:cNvSpPr/>
      </dsp:nvSpPr>
      <dsp:spPr>
        <a:xfrm>
          <a:off x="276718" y="43630"/>
          <a:ext cx="1369144" cy="13691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46B298-ED94-468B-B894-30E59E52D0C9}">
      <dsp:nvSpPr>
        <dsp:cNvPr id="0" name=""/>
        <dsp:cNvSpPr/>
      </dsp:nvSpPr>
      <dsp:spPr>
        <a:xfrm>
          <a:off x="564238" y="331150"/>
          <a:ext cx="794104" cy="79410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005CE21-A630-49D3-ABA8-6D575F87E0FC}">
      <dsp:nvSpPr>
        <dsp:cNvPr id="0" name=""/>
        <dsp:cNvSpPr/>
      </dsp:nvSpPr>
      <dsp:spPr>
        <a:xfrm>
          <a:off x="1939251" y="43630"/>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0" i="0" kern="1200"/>
            <a:t>Transparency: Blockchain ensures that all transactions are publicly recorded, allowing contributors to monitor their contributions in real time.</a:t>
          </a:r>
          <a:endParaRPr lang="en-US" sz="1600" kern="1200"/>
        </a:p>
      </dsp:txBody>
      <dsp:txXfrm>
        <a:off x="1939251" y="43630"/>
        <a:ext cx="3227270" cy="1369144"/>
      </dsp:txXfrm>
    </dsp:sp>
    <dsp:sp modelId="{1EABBDBF-7596-428E-A52C-EC2913D7C8AA}">
      <dsp:nvSpPr>
        <dsp:cNvPr id="0" name=""/>
        <dsp:cNvSpPr/>
      </dsp:nvSpPr>
      <dsp:spPr>
        <a:xfrm>
          <a:off x="5728848" y="43630"/>
          <a:ext cx="1369144" cy="13691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5A8779-63F3-43EF-9976-7E157263729E}">
      <dsp:nvSpPr>
        <dsp:cNvPr id="0" name=""/>
        <dsp:cNvSpPr/>
      </dsp:nvSpPr>
      <dsp:spPr>
        <a:xfrm>
          <a:off x="6016369" y="331150"/>
          <a:ext cx="794104" cy="79410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38508C3-844D-48FF-ADCB-38703654D044}">
      <dsp:nvSpPr>
        <dsp:cNvPr id="0" name=""/>
        <dsp:cNvSpPr/>
      </dsp:nvSpPr>
      <dsp:spPr>
        <a:xfrm>
          <a:off x="7391381" y="43630"/>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0" i="0" kern="1200"/>
            <a:t>Security: Funds are handled securely via immutable smart contracts, which reduces the danger of fraud or manipulation.</a:t>
          </a:r>
          <a:endParaRPr lang="en-US" sz="1600" kern="1200"/>
        </a:p>
      </dsp:txBody>
      <dsp:txXfrm>
        <a:off x="7391381" y="43630"/>
        <a:ext cx="3227270" cy="1369144"/>
      </dsp:txXfrm>
    </dsp:sp>
    <dsp:sp modelId="{9ECA8E58-D498-43E0-A559-0DD4450DE5BB}">
      <dsp:nvSpPr>
        <dsp:cNvPr id="0" name=""/>
        <dsp:cNvSpPr/>
      </dsp:nvSpPr>
      <dsp:spPr>
        <a:xfrm>
          <a:off x="276718" y="1991502"/>
          <a:ext cx="1369144" cy="13691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BDA4E7-15E7-423E-A094-E4CB0129D8A9}">
      <dsp:nvSpPr>
        <dsp:cNvPr id="0" name=""/>
        <dsp:cNvSpPr/>
      </dsp:nvSpPr>
      <dsp:spPr>
        <a:xfrm>
          <a:off x="564238" y="2279022"/>
          <a:ext cx="794104" cy="79410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B8AB6CB-ADB6-4CCA-81AC-0B61BFB8D73A}">
      <dsp:nvSpPr>
        <dsp:cNvPr id="0" name=""/>
        <dsp:cNvSpPr/>
      </dsp:nvSpPr>
      <dsp:spPr>
        <a:xfrm>
          <a:off x="1939251" y="1991502"/>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0" i="0" kern="1200"/>
            <a:t>Trust : Eliminates intermediaries, allowing for direct connection between donors and charities and increasing confidence in resource allocation.</a:t>
          </a:r>
          <a:endParaRPr lang="en-US" sz="1600" kern="1200"/>
        </a:p>
      </dsp:txBody>
      <dsp:txXfrm>
        <a:off x="1939251" y="1991502"/>
        <a:ext cx="3227270" cy="1369144"/>
      </dsp:txXfrm>
    </dsp:sp>
    <dsp:sp modelId="{732124E3-32A2-4F14-AC9E-D5DEF94245F3}">
      <dsp:nvSpPr>
        <dsp:cNvPr id="0" name=""/>
        <dsp:cNvSpPr/>
      </dsp:nvSpPr>
      <dsp:spPr>
        <a:xfrm>
          <a:off x="5728848" y="1991502"/>
          <a:ext cx="1369144" cy="1369144"/>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012823-28AC-47D5-8313-DAC430FDDAEC}">
      <dsp:nvSpPr>
        <dsp:cNvPr id="0" name=""/>
        <dsp:cNvSpPr/>
      </dsp:nvSpPr>
      <dsp:spPr>
        <a:xfrm>
          <a:off x="6016369" y="2279022"/>
          <a:ext cx="794104" cy="79410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9441289-8FF1-47AB-8DF4-24C563EB39C3}">
      <dsp:nvSpPr>
        <dsp:cNvPr id="0" name=""/>
        <dsp:cNvSpPr/>
      </dsp:nvSpPr>
      <dsp:spPr>
        <a:xfrm>
          <a:off x="7391381" y="1991502"/>
          <a:ext cx="3227270" cy="13691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11200">
            <a:lnSpc>
              <a:spcPct val="90000"/>
            </a:lnSpc>
            <a:spcBef>
              <a:spcPct val="0"/>
            </a:spcBef>
            <a:spcAft>
              <a:spcPct val="35000"/>
            </a:spcAft>
            <a:buNone/>
          </a:pPr>
          <a:r>
            <a:rPr lang="en-US" sz="1600" b="0" i="0" kern="1200"/>
            <a:t>Efficiency: Automates operations such as goal development, donations, and fund withdrawals, resulting in less overhead and delays.</a:t>
          </a:r>
          <a:endParaRPr lang="en-US" sz="1600" kern="1200"/>
        </a:p>
      </dsp:txBody>
      <dsp:txXfrm>
        <a:off x="7391381" y="1991502"/>
        <a:ext cx="3227270" cy="13691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38FF4C-FAEB-4D25-A34D-0DEBEAACCDB7}">
      <dsp:nvSpPr>
        <dsp:cNvPr id="0" name=""/>
        <dsp:cNvSpPr/>
      </dsp:nvSpPr>
      <dsp:spPr>
        <a:xfrm>
          <a:off x="812684" y="416558"/>
          <a:ext cx="810000" cy="81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80FE6C2-69FC-4694-998A-452466D4E916}">
      <dsp:nvSpPr>
        <dsp:cNvPr id="0" name=""/>
        <dsp:cNvSpPr/>
      </dsp:nvSpPr>
      <dsp:spPr>
        <a:xfrm>
          <a:off x="317684" y="1612537"/>
          <a:ext cx="1800000" cy="137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Frontend (React.js): The user interface is designed with React.js, allowing users to interact with the platform, set objectives, make donations, and track their progress.</a:t>
          </a:r>
          <a:endParaRPr lang="en-US" sz="1100" kern="1200"/>
        </a:p>
      </dsp:txBody>
      <dsp:txXfrm>
        <a:off x="317684" y="1612537"/>
        <a:ext cx="1800000" cy="1375180"/>
      </dsp:txXfrm>
    </dsp:sp>
    <dsp:sp modelId="{A197F648-C9CA-4D03-BE32-233505CCE713}">
      <dsp:nvSpPr>
        <dsp:cNvPr id="0" name=""/>
        <dsp:cNvSpPr/>
      </dsp:nvSpPr>
      <dsp:spPr>
        <a:xfrm>
          <a:off x="2927684" y="416558"/>
          <a:ext cx="810000" cy="81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1562106-DF0D-4CA1-A9BC-813CF2C2B248}">
      <dsp:nvSpPr>
        <dsp:cNvPr id="0" name=""/>
        <dsp:cNvSpPr/>
      </dsp:nvSpPr>
      <dsp:spPr>
        <a:xfrm>
          <a:off x="2432684" y="1612537"/>
          <a:ext cx="1800000" cy="137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Web3.js Integration: The frontend links to the Ethereum blockchain via the Web3.js library, allowing for interaction with smart contracts.</a:t>
          </a:r>
          <a:endParaRPr lang="en-US" sz="1100" kern="1200"/>
        </a:p>
      </dsp:txBody>
      <dsp:txXfrm>
        <a:off x="2432684" y="1612537"/>
        <a:ext cx="1800000" cy="1375180"/>
      </dsp:txXfrm>
    </dsp:sp>
    <dsp:sp modelId="{66F03702-69C1-49BA-A656-BB95F575B3AC}">
      <dsp:nvSpPr>
        <dsp:cNvPr id="0" name=""/>
        <dsp:cNvSpPr/>
      </dsp:nvSpPr>
      <dsp:spPr>
        <a:xfrm>
          <a:off x="5042684" y="416558"/>
          <a:ext cx="810000" cy="81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A69864F-59DA-41E1-B596-0EE587085554}">
      <dsp:nvSpPr>
        <dsp:cNvPr id="0" name=""/>
        <dsp:cNvSpPr/>
      </dsp:nvSpPr>
      <dsp:spPr>
        <a:xfrm>
          <a:off x="4547684" y="1612537"/>
          <a:ext cx="1800000" cy="137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Smart Contract (Solidity): A Solidity-based smart contract handles the backend logic. The contract stores charity goals, organizes donations, and processes fund withdrawals.</a:t>
          </a:r>
          <a:endParaRPr lang="en-US" sz="1100" kern="1200"/>
        </a:p>
      </dsp:txBody>
      <dsp:txXfrm>
        <a:off x="4547684" y="1612537"/>
        <a:ext cx="1800000" cy="1375180"/>
      </dsp:txXfrm>
    </dsp:sp>
    <dsp:sp modelId="{74DCC0D0-D551-44DB-99E3-526EE44AA62C}">
      <dsp:nvSpPr>
        <dsp:cNvPr id="0" name=""/>
        <dsp:cNvSpPr/>
      </dsp:nvSpPr>
      <dsp:spPr>
        <a:xfrm>
          <a:off x="7157685" y="416558"/>
          <a:ext cx="810000" cy="81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30D6AB0-2C36-41D7-B84E-98EF347D5F3C}">
      <dsp:nvSpPr>
        <dsp:cNvPr id="0" name=""/>
        <dsp:cNvSpPr/>
      </dsp:nvSpPr>
      <dsp:spPr>
        <a:xfrm>
          <a:off x="6662684" y="1612537"/>
          <a:ext cx="1800000" cy="137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Blockchain (Ethereum Test Network): All transactions are recorded on the Ethereum blockchain (for example, via Goerli or a local Hardhat network), assuring immutability and transparency.</a:t>
          </a:r>
          <a:endParaRPr lang="en-US" sz="1100" kern="1200"/>
        </a:p>
      </dsp:txBody>
      <dsp:txXfrm>
        <a:off x="6662684" y="1612537"/>
        <a:ext cx="1800000" cy="1375180"/>
      </dsp:txXfrm>
    </dsp:sp>
    <dsp:sp modelId="{F2B4078B-4918-4D51-95FD-D8761970AF0E}">
      <dsp:nvSpPr>
        <dsp:cNvPr id="0" name=""/>
        <dsp:cNvSpPr/>
      </dsp:nvSpPr>
      <dsp:spPr>
        <a:xfrm>
          <a:off x="9272684" y="416558"/>
          <a:ext cx="810000" cy="81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B060AE6-154E-4093-8D6B-9310CF27399F}">
      <dsp:nvSpPr>
        <dsp:cNvPr id="0" name=""/>
        <dsp:cNvSpPr/>
      </dsp:nvSpPr>
      <dsp:spPr>
        <a:xfrm>
          <a:off x="8777685" y="1612537"/>
          <a:ext cx="1800000" cy="13751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b="0" i="0" kern="1200"/>
            <a:t>MetaMask Wallet: Users connect their MetaMask wallet to the platform to ensure safe transactions and authentication.</a:t>
          </a:r>
          <a:endParaRPr lang="en-US" sz="1100" kern="1200"/>
        </a:p>
      </dsp:txBody>
      <dsp:txXfrm>
        <a:off x="8777685" y="1612537"/>
        <a:ext cx="1800000" cy="137518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11246875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12815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1628737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FB05345-684B-FE4D-BD5E-296A78E92205}" type="datetimeFigureOut">
              <a:rPr lang="en-US" smtClean="0"/>
              <a:t>11/18/24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617536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FB05345-684B-FE4D-BD5E-296A78E92205}" type="datetimeFigureOut">
              <a:rPr lang="en-US" smtClean="0"/>
              <a:t>11/18/24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17596642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3414528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35386377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1755047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B05345-684B-FE4D-BD5E-296A78E92205}" type="datetimeFigureOut">
              <a:rPr lang="en-US" smtClean="0"/>
              <a:t>11/18/24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621135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FB05345-684B-FE4D-BD5E-296A78E92205}" type="datetimeFigureOut">
              <a:rPr lang="en-US" smtClean="0"/>
              <a:t>11/18/24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3622485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3218692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308609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3516244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38526154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3623565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1038414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B05345-684B-FE4D-BD5E-296A78E92205}" type="datetimeFigureOut">
              <a:rPr lang="en-US" smtClean="0"/>
              <a:t>11/18/24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8E53B16-A382-5C4D-BC1C-C23A6998A97E}" type="slidenum">
              <a:rPr lang="en-US" smtClean="0"/>
              <a:t>‹#›</a:t>
            </a:fld>
            <a:endParaRPr lang="en-US"/>
          </a:p>
        </p:txBody>
      </p:sp>
    </p:spTree>
    <p:extLst>
      <p:ext uri="{BB962C8B-B14F-4D97-AF65-F5344CB8AC3E}">
        <p14:creationId xmlns:p14="http://schemas.microsoft.com/office/powerpoint/2010/main" val="24367139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DFB05345-684B-FE4D-BD5E-296A78E92205}" type="datetimeFigureOut">
              <a:rPr lang="en-US" smtClean="0"/>
              <a:t>11/18/24</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8E53B16-A382-5C4D-BC1C-C23A6998A97E}" type="slidenum">
              <a:rPr lang="en-US" smtClean="0"/>
              <a:t>‹#›</a:t>
            </a:fld>
            <a:endParaRPr lang="en-US"/>
          </a:p>
        </p:txBody>
      </p:sp>
    </p:spTree>
    <p:extLst>
      <p:ext uri="{BB962C8B-B14F-4D97-AF65-F5344CB8AC3E}">
        <p14:creationId xmlns:p14="http://schemas.microsoft.com/office/powerpoint/2010/main" val="1971541698"/>
      </p:ext>
    </p:extLst>
  </p:cSld>
  <p:clrMap bg1="dk1" tx1="lt1" bg2="dk2" tx2="lt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Tsr2001/donation-platform"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7000"/>
                <a:hueMod val="88000"/>
                <a:satMod val="130000"/>
                <a:lumMod val="124000"/>
              </a:schemeClr>
            </a:gs>
            <a:gs pos="100000">
              <a:schemeClr val="bg2">
                <a:tint val="96000"/>
                <a:shade val="88000"/>
                <a:hueMod val="108000"/>
                <a:satMod val="164000"/>
                <a:lumMod val="76000"/>
              </a:schemeClr>
            </a:gs>
          </a:gsLst>
          <a:path path="circle">
            <a:fillToRect l="45000" t="65000" r="125000" b="100000"/>
          </a:path>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E27238C-8EAF-4098-86E6-7723B7DAE6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solidFill>
            <a:schemeClr val="tx2"/>
          </a:solidFill>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3" name="Freeform 36">
            <a:extLst>
              <a:ext uri="{FF2B5EF4-FFF2-40B4-BE49-F238E27FC236}">
                <a16:creationId xmlns:a16="http://schemas.microsoft.com/office/drawing/2014/main" id="{992F97B1-1891-4FCC-9E5F-BA97EDB48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351010"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2">
              <a:lumMod val="60000"/>
              <a:lumOff val="40000"/>
              <a:alpha val="20000"/>
            </a:schemeClr>
          </a:solidFill>
          <a:ln>
            <a:noFill/>
          </a:ln>
        </p:spPr>
        <p:txBody>
          <a:bodyPr rtlCol="0" anchor="ctr"/>
          <a:lstStyle/>
          <a:p>
            <a:pPr algn="ctr"/>
            <a:endParaRPr lang="en-US"/>
          </a:p>
        </p:txBody>
      </p:sp>
      <p:sp useBgFill="1">
        <p:nvSpPr>
          <p:cNvPr id="12" name="Freeform: Shape 11">
            <a:extLst>
              <a:ext uri="{FF2B5EF4-FFF2-40B4-BE49-F238E27FC236}">
                <a16:creationId xmlns:a16="http://schemas.microsoft.com/office/drawing/2014/main" id="{78C6C821-FEE1-4EB6-9590-C021440C77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9700459" cy="6858001"/>
          </a:xfrm>
          <a:custGeom>
            <a:avLst/>
            <a:gdLst>
              <a:gd name="connsiteX0" fmla="*/ 0 w 9700459"/>
              <a:gd name="connsiteY0" fmla="*/ 0 h 6858001"/>
              <a:gd name="connsiteX1" fmla="*/ 1323975 w 9700459"/>
              <a:gd name="connsiteY1" fmla="*/ 0 h 6858001"/>
              <a:gd name="connsiteX2" fmla="*/ 1517015 w 9700459"/>
              <a:gd name="connsiteY2" fmla="*/ 0 h 6858001"/>
              <a:gd name="connsiteX3" fmla="*/ 3241265 w 9700459"/>
              <a:gd name="connsiteY3" fmla="*/ 0 h 6858001"/>
              <a:gd name="connsiteX4" fmla="*/ 3241265 w 9700459"/>
              <a:gd name="connsiteY4" fmla="*/ 1 h 6858001"/>
              <a:gd name="connsiteX5" fmla="*/ 8355744 w 9700459"/>
              <a:gd name="connsiteY5" fmla="*/ 1 h 6858001"/>
              <a:gd name="connsiteX6" fmla="*/ 8355744 w 9700459"/>
              <a:gd name="connsiteY6" fmla="*/ 0 h 6858001"/>
              <a:gd name="connsiteX7" fmla="*/ 9699282 w 9700459"/>
              <a:gd name="connsiteY7" fmla="*/ 0 h 6858001"/>
              <a:gd name="connsiteX8" fmla="*/ 9674237 w 9700459"/>
              <a:gd name="connsiteY8" fmla="*/ 155677 h 6858001"/>
              <a:gd name="connsiteX9" fmla="*/ 9650368 w 9700459"/>
              <a:gd name="connsiteY9" fmla="*/ 310668 h 6858001"/>
              <a:gd name="connsiteX10" fmla="*/ 9627004 w 9700459"/>
              <a:gd name="connsiteY10" fmla="*/ 466344 h 6858001"/>
              <a:gd name="connsiteX11" fmla="*/ 9607001 w 9700459"/>
              <a:gd name="connsiteY11" fmla="*/ 622707 h 6858001"/>
              <a:gd name="connsiteX12" fmla="*/ 9586830 w 9700459"/>
              <a:gd name="connsiteY12" fmla="*/ 778383 h 6858001"/>
              <a:gd name="connsiteX13" fmla="*/ 9568004 w 9700459"/>
              <a:gd name="connsiteY13" fmla="*/ 934746 h 6858001"/>
              <a:gd name="connsiteX14" fmla="*/ 9551868 w 9700459"/>
              <a:gd name="connsiteY14" fmla="*/ 1089051 h 6858001"/>
              <a:gd name="connsiteX15" fmla="*/ 9536572 w 9700459"/>
              <a:gd name="connsiteY15" fmla="*/ 1245413 h 6858001"/>
              <a:gd name="connsiteX16" fmla="*/ 9522620 w 9700459"/>
              <a:gd name="connsiteY16" fmla="*/ 1401090 h 6858001"/>
              <a:gd name="connsiteX17" fmla="*/ 9510518 w 9700459"/>
              <a:gd name="connsiteY17" fmla="*/ 1554023 h 6858001"/>
              <a:gd name="connsiteX18" fmla="*/ 9498415 w 9700459"/>
              <a:gd name="connsiteY18" fmla="*/ 1709014 h 6858001"/>
              <a:gd name="connsiteX19" fmla="*/ 9488330 w 9700459"/>
              <a:gd name="connsiteY19" fmla="*/ 1861947 h 6858001"/>
              <a:gd name="connsiteX20" fmla="*/ 9480430 w 9700459"/>
              <a:gd name="connsiteY20" fmla="*/ 2014881 h 6858001"/>
              <a:gd name="connsiteX21" fmla="*/ 9472193 w 9700459"/>
              <a:gd name="connsiteY21" fmla="*/ 2167128 h 6858001"/>
              <a:gd name="connsiteX22" fmla="*/ 9465302 w 9700459"/>
              <a:gd name="connsiteY22" fmla="*/ 2318004 h 6858001"/>
              <a:gd name="connsiteX23" fmla="*/ 9460427 w 9700459"/>
              <a:gd name="connsiteY23" fmla="*/ 2467509 h 6858001"/>
              <a:gd name="connsiteX24" fmla="*/ 9456225 w 9700459"/>
              <a:gd name="connsiteY24" fmla="*/ 2617013 h 6858001"/>
              <a:gd name="connsiteX25" fmla="*/ 9452191 w 9700459"/>
              <a:gd name="connsiteY25" fmla="*/ 2765146 h 6858001"/>
              <a:gd name="connsiteX26" fmla="*/ 9450342 w 9700459"/>
              <a:gd name="connsiteY26" fmla="*/ 2911221 h 6858001"/>
              <a:gd name="connsiteX27" fmla="*/ 9448325 w 9700459"/>
              <a:gd name="connsiteY27" fmla="*/ 3057297 h 6858001"/>
              <a:gd name="connsiteX28" fmla="*/ 9447316 w 9700459"/>
              <a:gd name="connsiteY28" fmla="*/ 3201315 h 6858001"/>
              <a:gd name="connsiteX29" fmla="*/ 9448325 w 9700459"/>
              <a:gd name="connsiteY29" fmla="*/ 3343961 h 6858001"/>
              <a:gd name="connsiteX30" fmla="*/ 9448325 w 9700459"/>
              <a:gd name="connsiteY30" fmla="*/ 3485236 h 6858001"/>
              <a:gd name="connsiteX31" fmla="*/ 9450342 w 9700459"/>
              <a:gd name="connsiteY31" fmla="*/ 3625139 h 6858001"/>
              <a:gd name="connsiteX32" fmla="*/ 9453367 w 9700459"/>
              <a:gd name="connsiteY32" fmla="*/ 3762299 h 6858001"/>
              <a:gd name="connsiteX33" fmla="*/ 9456225 w 9700459"/>
              <a:gd name="connsiteY33" fmla="*/ 3898087 h 6858001"/>
              <a:gd name="connsiteX34" fmla="*/ 9459419 w 9700459"/>
              <a:gd name="connsiteY34" fmla="*/ 4031133 h 6858001"/>
              <a:gd name="connsiteX35" fmla="*/ 9464293 w 9700459"/>
              <a:gd name="connsiteY35" fmla="*/ 4163492 h 6858001"/>
              <a:gd name="connsiteX36" fmla="*/ 9469504 w 9700459"/>
              <a:gd name="connsiteY36" fmla="*/ 4293793 h 6858001"/>
              <a:gd name="connsiteX37" fmla="*/ 9474210 w 9700459"/>
              <a:gd name="connsiteY37" fmla="*/ 4421352 h 6858001"/>
              <a:gd name="connsiteX38" fmla="*/ 9487490 w 9700459"/>
              <a:gd name="connsiteY38" fmla="*/ 4670298 h 6858001"/>
              <a:gd name="connsiteX39" fmla="*/ 9501609 w 9700459"/>
              <a:gd name="connsiteY39" fmla="*/ 4908956 h 6858001"/>
              <a:gd name="connsiteX40" fmla="*/ 9516401 w 9700459"/>
              <a:gd name="connsiteY40" fmla="*/ 5138013 h 6858001"/>
              <a:gd name="connsiteX41" fmla="*/ 9532706 w 9700459"/>
              <a:gd name="connsiteY41" fmla="*/ 5354726 h 6858001"/>
              <a:gd name="connsiteX42" fmla="*/ 9549683 w 9700459"/>
              <a:gd name="connsiteY42" fmla="*/ 5561838 h 6858001"/>
              <a:gd name="connsiteX43" fmla="*/ 9568004 w 9700459"/>
              <a:gd name="connsiteY43" fmla="*/ 5753862 h 6858001"/>
              <a:gd name="connsiteX44" fmla="*/ 9585990 w 9700459"/>
              <a:gd name="connsiteY44" fmla="*/ 5934227 h 6858001"/>
              <a:gd name="connsiteX45" fmla="*/ 9603975 w 9700459"/>
              <a:gd name="connsiteY45" fmla="*/ 6100191 h 6858001"/>
              <a:gd name="connsiteX46" fmla="*/ 9620952 w 9700459"/>
              <a:gd name="connsiteY46" fmla="*/ 6252438 h 6858001"/>
              <a:gd name="connsiteX47" fmla="*/ 9637089 w 9700459"/>
              <a:gd name="connsiteY47" fmla="*/ 6387541 h 6858001"/>
              <a:gd name="connsiteX48" fmla="*/ 9652385 w 9700459"/>
              <a:gd name="connsiteY48" fmla="*/ 6509613 h 6858001"/>
              <a:gd name="connsiteX49" fmla="*/ 9665160 w 9700459"/>
              <a:gd name="connsiteY49" fmla="*/ 6612483 h 6858001"/>
              <a:gd name="connsiteX50" fmla="*/ 9677262 w 9700459"/>
              <a:gd name="connsiteY50" fmla="*/ 6698894 h 6858001"/>
              <a:gd name="connsiteX51" fmla="*/ 9694576 w 9700459"/>
              <a:gd name="connsiteY51" fmla="*/ 6817538 h 6858001"/>
              <a:gd name="connsiteX52" fmla="*/ 9700459 w 9700459"/>
              <a:gd name="connsiteY52" fmla="*/ 6858000 h 6858001"/>
              <a:gd name="connsiteX53" fmla="*/ 8795105 w 9700459"/>
              <a:gd name="connsiteY53" fmla="*/ 6858000 h 6858001"/>
              <a:gd name="connsiteX54" fmla="*/ 8795105 w 9700459"/>
              <a:gd name="connsiteY54" fmla="*/ 6858001 h 6858001"/>
              <a:gd name="connsiteX55" fmla="*/ 2704541 w 9700459"/>
              <a:gd name="connsiteY55" fmla="*/ 6858001 h 6858001"/>
              <a:gd name="connsiteX56" fmla="*/ 2704541 w 9700459"/>
              <a:gd name="connsiteY56" fmla="*/ 6858000 h 6858001"/>
              <a:gd name="connsiteX57" fmla="*/ 1517015 w 9700459"/>
              <a:gd name="connsiteY57" fmla="*/ 6858000 h 6858001"/>
              <a:gd name="connsiteX58" fmla="*/ 1323975 w 9700459"/>
              <a:gd name="connsiteY58" fmla="*/ 6858000 h 6858001"/>
              <a:gd name="connsiteX59" fmla="*/ 0 w 9700459"/>
              <a:gd name="connsiteY5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9700459" h="6858001">
                <a:moveTo>
                  <a:pt x="0" y="0"/>
                </a:moveTo>
                <a:lnTo>
                  <a:pt x="1323975" y="0"/>
                </a:lnTo>
                <a:lnTo>
                  <a:pt x="1517015" y="0"/>
                </a:lnTo>
                <a:lnTo>
                  <a:pt x="3241265" y="0"/>
                </a:lnTo>
                <a:lnTo>
                  <a:pt x="3241265" y="1"/>
                </a:lnTo>
                <a:lnTo>
                  <a:pt x="8355744" y="1"/>
                </a:lnTo>
                <a:lnTo>
                  <a:pt x="8355744" y="0"/>
                </a:lnTo>
                <a:lnTo>
                  <a:pt x="9699282" y="0"/>
                </a:lnTo>
                <a:lnTo>
                  <a:pt x="9674237" y="155677"/>
                </a:lnTo>
                <a:lnTo>
                  <a:pt x="9650368" y="310668"/>
                </a:lnTo>
                <a:lnTo>
                  <a:pt x="9627004" y="466344"/>
                </a:lnTo>
                <a:lnTo>
                  <a:pt x="9607001" y="622707"/>
                </a:lnTo>
                <a:lnTo>
                  <a:pt x="9586830" y="778383"/>
                </a:lnTo>
                <a:lnTo>
                  <a:pt x="9568004" y="934746"/>
                </a:lnTo>
                <a:lnTo>
                  <a:pt x="9551868" y="1089051"/>
                </a:lnTo>
                <a:lnTo>
                  <a:pt x="9536572" y="1245413"/>
                </a:lnTo>
                <a:lnTo>
                  <a:pt x="9522620" y="1401090"/>
                </a:lnTo>
                <a:lnTo>
                  <a:pt x="9510518" y="1554023"/>
                </a:lnTo>
                <a:lnTo>
                  <a:pt x="9498415" y="1709014"/>
                </a:lnTo>
                <a:lnTo>
                  <a:pt x="9488330" y="1861947"/>
                </a:lnTo>
                <a:lnTo>
                  <a:pt x="9480430" y="2014881"/>
                </a:lnTo>
                <a:lnTo>
                  <a:pt x="9472193" y="2167128"/>
                </a:lnTo>
                <a:lnTo>
                  <a:pt x="9465302" y="2318004"/>
                </a:lnTo>
                <a:lnTo>
                  <a:pt x="9460427" y="2467509"/>
                </a:lnTo>
                <a:lnTo>
                  <a:pt x="9456225" y="2617013"/>
                </a:lnTo>
                <a:lnTo>
                  <a:pt x="9452191" y="2765146"/>
                </a:lnTo>
                <a:lnTo>
                  <a:pt x="9450342" y="2911221"/>
                </a:lnTo>
                <a:lnTo>
                  <a:pt x="9448325" y="3057297"/>
                </a:lnTo>
                <a:lnTo>
                  <a:pt x="9447316" y="3201315"/>
                </a:lnTo>
                <a:lnTo>
                  <a:pt x="9448325" y="3343961"/>
                </a:lnTo>
                <a:lnTo>
                  <a:pt x="9448325" y="3485236"/>
                </a:lnTo>
                <a:lnTo>
                  <a:pt x="9450342" y="3625139"/>
                </a:lnTo>
                <a:lnTo>
                  <a:pt x="9453367" y="3762299"/>
                </a:lnTo>
                <a:lnTo>
                  <a:pt x="9456225" y="3898087"/>
                </a:lnTo>
                <a:lnTo>
                  <a:pt x="9459419" y="4031133"/>
                </a:lnTo>
                <a:lnTo>
                  <a:pt x="9464293" y="4163492"/>
                </a:lnTo>
                <a:lnTo>
                  <a:pt x="9469504" y="4293793"/>
                </a:lnTo>
                <a:lnTo>
                  <a:pt x="9474210" y="4421352"/>
                </a:lnTo>
                <a:lnTo>
                  <a:pt x="9487490" y="4670298"/>
                </a:lnTo>
                <a:lnTo>
                  <a:pt x="9501609" y="4908956"/>
                </a:lnTo>
                <a:lnTo>
                  <a:pt x="9516401" y="5138013"/>
                </a:lnTo>
                <a:lnTo>
                  <a:pt x="9532706" y="5354726"/>
                </a:lnTo>
                <a:lnTo>
                  <a:pt x="9549683" y="5561838"/>
                </a:lnTo>
                <a:lnTo>
                  <a:pt x="9568004" y="5753862"/>
                </a:lnTo>
                <a:lnTo>
                  <a:pt x="9585990" y="5934227"/>
                </a:lnTo>
                <a:lnTo>
                  <a:pt x="9603975" y="6100191"/>
                </a:lnTo>
                <a:lnTo>
                  <a:pt x="9620952" y="6252438"/>
                </a:lnTo>
                <a:lnTo>
                  <a:pt x="9637089" y="6387541"/>
                </a:lnTo>
                <a:lnTo>
                  <a:pt x="9652385" y="6509613"/>
                </a:lnTo>
                <a:lnTo>
                  <a:pt x="9665160" y="6612483"/>
                </a:lnTo>
                <a:lnTo>
                  <a:pt x="9677262" y="6698894"/>
                </a:lnTo>
                <a:lnTo>
                  <a:pt x="9694576" y="6817538"/>
                </a:lnTo>
                <a:lnTo>
                  <a:pt x="9700459" y="6858000"/>
                </a:lnTo>
                <a:lnTo>
                  <a:pt x="8795105" y="6858000"/>
                </a:lnTo>
                <a:lnTo>
                  <a:pt x="8795105" y="6858001"/>
                </a:lnTo>
                <a:lnTo>
                  <a:pt x="2704541" y="6858001"/>
                </a:lnTo>
                <a:lnTo>
                  <a:pt x="2704541" y="6858000"/>
                </a:lnTo>
                <a:lnTo>
                  <a:pt x="1517015" y="6858000"/>
                </a:lnTo>
                <a:lnTo>
                  <a:pt x="1323975" y="6858000"/>
                </a:lnTo>
                <a:lnTo>
                  <a:pt x="0" y="6858000"/>
                </a:lnTo>
                <a:close/>
              </a:path>
            </a:pathLst>
          </a:custGeom>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5AEB7313-A145-0C9D-5495-DE544DD55A83}"/>
              </a:ext>
            </a:extLst>
          </p:cNvPr>
          <p:cNvSpPr>
            <a:spLocks noGrp="1"/>
          </p:cNvSpPr>
          <p:nvPr>
            <p:ph type="subTitle" idx="1"/>
          </p:nvPr>
        </p:nvSpPr>
        <p:spPr>
          <a:xfrm>
            <a:off x="1154955" y="4777380"/>
            <a:ext cx="6974911" cy="861420"/>
          </a:xfrm>
        </p:spPr>
        <p:txBody>
          <a:bodyPr>
            <a:normAutofit/>
          </a:bodyPr>
          <a:lstStyle/>
          <a:p>
            <a:r>
              <a:rPr lang="en-US" dirty="0">
                <a:solidFill>
                  <a:schemeClr val="tx1">
                    <a:lumMod val="85000"/>
                    <a:lumOff val="15000"/>
                  </a:schemeClr>
                </a:solidFill>
              </a:rPr>
              <a:t>				By: Sunil </a:t>
            </a:r>
            <a:r>
              <a:rPr lang="en-US">
                <a:solidFill>
                  <a:schemeClr val="tx1">
                    <a:lumMod val="85000"/>
                    <a:lumOff val="15000"/>
                  </a:schemeClr>
                </a:solidFill>
              </a:rPr>
              <a:t>Reddy Thumma</a:t>
            </a:r>
          </a:p>
        </p:txBody>
      </p:sp>
      <p:sp>
        <p:nvSpPr>
          <p:cNvPr id="2" name="Title 1">
            <a:extLst>
              <a:ext uri="{FF2B5EF4-FFF2-40B4-BE49-F238E27FC236}">
                <a16:creationId xmlns:a16="http://schemas.microsoft.com/office/drawing/2014/main" id="{A2A10D54-E461-9560-99B0-C6AC37A8D732}"/>
              </a:ext>
            </a:extLst>
          </p:cNvPr>
          <p:cNvSpPr>
            <a:spLocks noGrp="1"/>
          </p:cNvSpPr>
          <p:nvPr>
            <p:ph type="ctrTitle"/>
          </p:nvPr>
        </p:nvSpPr>
        <p:spPr>
          <a:xfrm>
            <a:off x="1154955" y="1447800"/>
            <a:ext cx="6974915" cy="3329581"/>
          </a:xfrm>
        </p:spPr>
        <p:txBody>
          <a:bodyPr>
            <a:normAutofit/>
          </a:bodyPr>
          <a:lstStyle/>
          <a:p>
            <a:pPr>
              <a:lnSpc>
                <a:spcPct val="90000"/>
              </a:lnSpc>
            </a:pPr>
            <a:r>
              <a:rPr lang="en-US" sz="6100"/>
              <a:t>Decentralized Charity Donation Platform</a:t>
            </a:r>
          </a:p>
        </p:txBody>
      </p:sp>
      <p:sp>
        <p:nvSpPr>
          <p:cNvPr id="14" name="Rectangle 13">
            <a:extLst>
              <a:ext uri="{FF2B5EF4-FFF2-40B4-BE49-F238E27FC236}">
                <a16:creationId xmlns:a16="http://schemas.microsoft.com/office/drawing/2014/main" id="{B61A74B3-E247-44D4-8C48-FAE8E20564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01817698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0D9B8FD4-CDEB-4EB4-B4DE-C89E11938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7" name="Freeform 36">
            <a:extLst>
              <a:ext uri="{FF2B5EF4-FFF2-40B4-BE49-F238E27FC236}">
                <a16:creationId xmlns:a16="http://schemas.microsoft.com/office/drawing/2014/main" id="{5A2E3D1D-9E9F-4739-BA14-D4D7FA9FBD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644637" y="0"/>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3" name="Freeform: Shape 11">
            <a:extLst>
              <a:ext uri="{FF2B5EF4-FFF2-40B4-BE49-F238E27FC236}">
                <a16:creationId xmlns:a16="http://schemas.microsoft.com/office/drawing/2014/main" id="{1FFB365B-E9DC-4859-B8AB-CB83EEBE4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990911" cy="6858001"/>
          </a:xfrm>
          <a:custGeom>
            <a:avLst/>
            <a:gdLst>
              <a:gd name="connsiteX0" fmla="*/ 3646196 w 4990911"/>
              <a:gd name="connsiteY0" fmla="*/ 0 h 6858001"/>
              <a:gd name="connsiteX1" fmla="*/ 4989734 w 4990911"/>
              <a:gd name="connsiteY1" fmla="*/ 0 h 6858001"/>
              <a:gd name="connsiteX2" fmla="*/ 4964689 w 4990911"/>
              <a:gd name="connsiteY2" fmla="*/ 155677 h 6858001"/>
              <a:gd name="connsiteX3" fmla="*/ 4940820 w 4990911"/>
              <a:gd name="connsiteY3" fmla="*/ 310668 h 6858001"/>
              <a:gd name="connsiteX4" fmla="*/ 4917456 w 4990911"/>
              <a:gd name="connsiteY4" fmla="*/ 466344 h 6858001"/>
              <a:gd name="connsiteX5" fmla="*/ 4897453 w 4990911"/>
              <a:gd name="connsiteY5" fmla="*/ 622707 h 6858001"/>
              <a:gd name="connsiteX6" fmla="*/ 4877282 w 4990911"/>
              <a:gd name="connsiteY6" fmla="*/ 778383 h 6858001"/>
              <a:gd name="connsiteX7" fmla="*/ 4858456 w 4990911"/>
              <a:gd name="connsiteY7" fmla="*/ 934746 h 6858001"/>
              <a:gd name="connsiteX8" fmla="*/ 4842320 w 4990911"/>
              <a:gd name="connsiteY8" fmla="*/ 1089051 h 6858001"/>
              <a:gd name="connsiteX9" fmla="*/ 4827024 w 4990911"/>
              <a:gd name="connsiteY9" fmla="*/ 1245413 h 6858001"/>
              <a:gd name="connsiteX10" fmla="*/ 4813072 w 4990911"/>
              <a:gd name="connsiteY10" fmla="*/ 1401090 h 6858001"/>
              <a:gd name="connsiteX11" fmla="*/ 4800970 w 4990911"/>
              <a:gd name="connsiteY11" fmla="*/ 1554023 h 6858001"/>
              <a:gd name="connsiteX12" fmla="*/ 4788867 w 4990911"/>
              <a:gd name="connsiteY12" fmla="*/ 1709014 h 6858001"/>
              <a:gd name="connsiteX13" fmla="*/ 4778782 w 4990911"/>
              <a:gd name="connsiteY13" fmla="*/ 1861947 h 6858001"/>
              <a:gd name="connsiteX14" fmla="*/ 4770882 w 4990911"/>
              <a:gd name="connsiteY14" fmla="*/ 2014881 h 6858001"/>
              <a:gd name="connsiteX15" fmla="*/ 4762645 w 4990911"/>
              <a:gd name="connsiteY15" fmla="*/ 2167128 h 6858001"/>
              <a:gd name="connsiteX16" fmla="*/ 4755754 w 4990911"/>
              <a:gd name="connsiteY16" fmla="*/ 2318004 h 6858001"/>
              <a:gd name="connsiteX17" fmla="*/ 4750879 w 4990911"/>
              <a:gd name="connsiteY17" fmla="*/ 2467509 h 6858001"/>
              <a:gd name="connsiteX18" fmla="*/ 4746677 w 4990911"/>
              <a:gd name="connsiteY18" fmla="*/ 2617013 h 6858001"/>
              <a:gd name="connsiteX19" fmla="*/ 4742643 w 4990911"/>
              <a:gd name="connsiteY19" fmla="*/ 2765146 h 6858001"/>
              <a:gd name="connsiteX20" fmla="*/ 4740794 w 4990911"/>
              <a:gd name="connsiteY20" fmla="*/ 2911221 h 6858001"/>
              <a:gd name="connsiteX21" fmla="*/ 4738777 w 4990911"/>
              <a:gd name="connsiteY21" fmla="*/ 3057297 h 6858001"/>
              <a:gd name="connsiteX22" fmla="*/ 4737768 w 4990911"/>
              <a:gd name="connsiteY22" fmla="*/ 3201315 h 6858001"/>
              <a:gd name="connsiteX23" fmla="*/ 4738777 w 4990911"/>
              <a:gd name="connsiteY23" fmla="*/ 3343961 h 6858001"/>
              <a:gd name="connsiteX24" fmla="*/ 4738777 w 4990911"/>
              <a:gd name="connsiteY24" fmla="*/ 3485236 h 6858001"/>
              <a:gd name="connsiteX25" fmla="*/ 4740794 w 4990911"/>
              <a:gd name="connsiteY25" fmla="*/ 3625139 h 6858001"/>
              <a:gd name="connsiteX26" fmla="*/ 4743819 w 4990911"/>
              <a:gd name="connsiteY26" fmla="*/ 3762299 h 6858001"/>
              <a:gd name="connsiteX27" fmla="*/ 4746677 w 4990911"/>
              <a:gd name="connsiteY27" fmla="*/ 3898087 h 6858001"/>
              <a:gd name="connsiteX28" fmla="*/ 4749871 w 4990911"/>
              <a:gd name="connsiteY28" fmla="*/ 4031133 h 6858001"/>
              <a:gd name="connsiteX29" fmla="*/ 4754745 w 4990911"/>
              <a:gd name="connsiteY29" fmla="*/ 4163492 h 6858001"/>
              <a:gd name="connsiteX30" fmla="*/ 4759956 w 4990911"/>
              <a:gd name="connsiteY30" fmla="*/ 4293793 h 6858001"/>
              <a:gd name="connsiteX31" fmla="*/ 4764662 w 4990911"/>
              <a:gd name="connsiteY31" fmla="*/ 4421352 h 6858001"/>
              <a:gd name="connsiteX32" fmla="*/ 4777942 w 4990911"/>
              <a:gd name="connsiteY32" fmla="*/ 4670298 h 6858001"/>
              <a:gd name="connsiteX33" fmla="*/ 4792061 w 4990911"/>
              <a:gd name="connsiteY33" fmla="*/ 4908956 h 6858001"/>
              <a:gd name="connsiteX34" fmla="*/ 4806853 w 4990911"/>
              <a:gd name="connsiteY34" fmla="*/ 5138013 h 6858001"/>
              <a:gd name="connsiteX35" fmla="*/ 4823158 w 4990911"/>
              <a:gd name="connsiteY35" fmla="*/ 5354726 h 6858001"/>
              <a:gd name="connsiteX36" fmla="*/ 4840135 w 4990911"/>
              <a:gd name="connsiteY36" fmla="*/ 5561838 h 6858001"/>
              <a:gd name="connsiteX37" fmla="*/ 4858456 w 4990911"/>
              <a:gd name="connsiteY37" fmla="*/ 5753862 h 6858001"/>
              <a:gd name="connsiteX38" fmla="*/ 4876442 w 4990911"/>
              <a:gd name="connsiteY38" fmla="*/ 5934227 h 6858001"/>
              <a:gd name="connsiteX39" fmla="*/ 4894427 w 4990911"/>
              <a:gd name="connsiteY39" fmla="*/ 6100191 h 6858001"/>
              <a:gd name="connsiteX40" fmla="*/ 4911404 w 4990911"/>
              <a:gd name="connsiteY40" fmla="*/ 6252438 h 6858001"/>
              <a:gd name="connsiteX41" fmla="*/ 4927541 w 4990911"/>
              <a:gd name="connsiteY41" fmla="*/ 6387541 h 6858001"/>
              <a:gd name="connsiteX42" fmla="*/ 4942837 w 4990911"/>
              <a:gd name="connsiteY42" fmla="*/ 6509613 h 6858001"/>
              <a:gd name="connsiteX43" fmla="*/ 4955612 w 4990911"/>
              <a:gd name="connsiteY43" fmla="*/ 6612483 h 6858001"/>
              <a:gd name="connsiteX44" fmla="*/ 4967714 w 4990911"/>
              <a:gd name="connsiteY44" fmla="*/ 6698894 h 6858001"/>
              <a:gd name="connsiteX45" fmla="*/ 4985028 w 4990911"/>
              <a:gd name="connsiteY45" fmla="*/ 6817538 h 6858001"/>
              <a:gd name="connsiteX46" fmla="*/ 4990911 w 4990911"/>
              <a:gd name="connsiteY46" fmla="*/ 6858000 h 6858001"/>
              <a:gd name="connsiteX47" fmla="*/ 4085557 w 4990911"/>
              <a:gd name="connsiteY47" fmla="*/ 6858000 h 6858001"/>
              <a:gd name="connsiteX48" fmla="*/ 4085557 w 4990911"/>
              <a:gd name="connsiteY48" fmla="*/ 6858001 h 6858001"/>
              <a:gd name="connsiteX49" fmla="*/ 0 w 4990911"/>
              <a:gd name="connsiteY49" fmla="*/ 6858001 h 6858001"/>
              <a:gd name="connsiteX50" fmla="*/ 0 w 4990911"/>
              <a:gd name="connsiteY50" fmla="*/ 1 h 6858001"/>
              <a:gd name="connsiteX51" fmla="*/ 3646196 w 4990911"/>
              <a:gd name="connsiteY51" fmla="*/ 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990911" h="6858001">
                <a:moveTo>
                  <a:pt x="3646196" y="0"/>
                </a:moveTo>
                <a:lnTo>
                  <a:pt x="4989734" y="0"/>
                </a:lnTo>
                <a:lnTo>
                  <a:pt x="4964689" y="155677"/>
                </a:lnTo>
                <a:lnTo>
                  <a:pt x="4940820" y="310668"/>
                </a:lnTo>
                <a:lnTo>
                  <a:pt x="4917456" y="466344"/>
                </a:lnTo>
                <a:lnTo>
                  <a:pt x="4897453" y="622707"/>
                </a:lnTo>
                <a:lnTo>
                  <a:pt x="4877282" y="778383"/>
                </a:lnTo>
                <a:lnTo>
                  <a:pt x="4858456" y="934746"/>
                </a:lnTo>
                <a:lnTo>
                  <a:pt x="4842320" y="1089051"/>
                </a:lnTo>
                <a:lnTo>
                  <a:pt x="4827024" y="1245413"/>
                </a:lnTo>
                <a:lnTo>
                  <a:pt x="4813072" y="1401090"/>
                </a:lnTo>
                <a:lnTo>
                  <a:pt x="4800970" y="1554023"/>
                </a:lnTo>
                <a:lnTo>
                  <a:pt x="4788867" y="1709014"/>
                </a:lnTo>
                <a:lnTo>
                  <a:pt x="4778782" y="1861947"/>
                </a:lnTo>
                <a:lnTo>
                  <a:pt x="4770882" y="2014881"/>
                </a:lnTo>
                <a:lnTo>
                  <a:pt x="4762645" y="2167128"/>
                </a:lnTo>
                <a:lnTo>
                  <a:pt x="4755754" y="2318004"/>
                </a:lnTo>
                <a:lnTo>
                  <a:pt x="4750879" y="2467509"/>
                </a:lnTo>
                <a:lnTo>
                  <a:pt x="4746677" y="2617013"/>
                </a:lnTo>
                <a:lnTo>
                  <a:pt x="4742643" y="2765146"/>
                </a:lnTo>
                <a:lnTo>
                  <a:pt x="4740794" y="2911221"/>
                </a:lnTo>
                <a:lnTo>
                  <a:pt x="4738777" y="3057297"/>
                </a:lnTo>
                <a:lnTo>
                  <a:pt x="4737768" y="3201315"/>
                </a:lnTo>
                <a:lnTo>
                  <a:pt x="4738777" y="3343961"/>
                </a:lnTo>
                <a:lnTo>
                  <a:pt x="4738777" y="3485236"/>
                </a:lnTo>
                <a:lnTo>
                  <a:pt x="4740794" y="3625139"/>
                </a:lnTo>
                <a:lnTo>
                  <a:pt x="4743819" y="3762299"/>
                </a:lnTo>
                <a:lnTo>
                  <a:pt x="4746677" y="3898087"/>
                </a:lnTo>
                <a:lnTo>
                  <a:pt x="4749871" y="4031133"/>
                </a:lnTo>
                <a:lnTo>
                  <a:pt x="4754745" y="4163492"/>
                </a:lnTo>
                <a:lnTo>
                  <a:pt x="4759956" y="4293793"/>
                </a:lnTo>
                <a:lnTo>
                  <a:pt x="4764662" y="4421352"/>
                </a:lnTo>
                <a:lnTo>
                  <a:pt x="4777942" y="4670298"/>
                </a:lnTo>
                <a:lnTo>
                  <a:pt x="4792061" y="4908956"/>
                </a:lnTo>
                <a:lnTo>
                  <a:pt x="4806853" y="5138013"/>
                </a:lnTo>
                <a:lnTo>
                  <a:pt x="4823158" y="5354726"/>
                </a:lnTo>
                <a:lnTo>
                  <a:pt x="4840135" y="5561838"/>
                </a:lnTo>
                <a:lnTo>
                  <a:pt x="4858456" y="5753862"/>
                </a:lnTo>
                <a:lnTo>
                  <a:pt x="4876442" y="5934227"/>
                </a:lnTo>
                <a:lnTo>
                  <a:pt x="4894427" y="6100191"/>
                </a:lnTo>
                <a:lnTo>
                  <a:pt x="4911404" y="6252438"/>
                </a:lnTo>
                <a:lnTo>
                  <a:pt x="4927541" y="6387541"/>
                </a:lnTo>
                <a:lnTo>
                  <a:pt x="4942837" y="6509613"/>
                </a:lnTo>
                <a:lnTo>
                  <a:pt x="4955612" y="6612483"/>
                </a:lnTo>
                <a:lnTo>
                  <a:pt x="4967714" y="6698894"/>
                </a:lnTo>
                <a:lnTo>
                  <a:pt x="4985028" y="6817538"/>
                </a:lnTo>
                <a:lnTo>
                  <a:pt x="4990911" y="6858000"/>
                </a:lnTo>
                <a:lnTo>
                  <a:pt x="4085557" y="6858000"/>
                </a:lnTo>
                <a:lnTo>
                  <a:pt x="4085557" y="6858001"/>
                </a:lnTo>
                <a:lnTo>
                  <a:pt x="0" y="6858001"/>
                </a:lnTo>
                <a:lnTo>
                  <a:pt x="0" y="1"/>
                </a:lnTo>
                <a:lnTo>
                  <a:pt x="3646196" y="1"/>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ADAB9C8-EB37-4914-A699-C716FC8FE4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5C0D519-2315-702E-E131-4C519B60F2F8}"/>
              </a:ext>
            </a:extLst>
          </p:cNvPr>
          <p:cNvSpPr>
            <a:spLocks noGrp="1"/>
          </p:cNvSpPr>
          <p:nvPr>
            <p:ph type="title"/>
          </p:nvPr>
        </p:nvSpPr>
        <p:spPr>
          <a:xfrm>
            <a:off x="653143" y="1645920"/>
            <a:ext cx="3522879" cy="4470821"/>
          </a:xfrm>
        </p:spPr>
        <p:txBody>
          <a:bodyPr>
            <a:normAutofit/>
          </a:bodyPr>
          <a:lstStyle/>
          <a:p>
            <a:pPr algn="r"/>
            <a:r>
              <a:rPr lang="en-US" dirty="0">
                <a:solidFill>
                  <a:schemeClr val="bg2"/>
                </a:solidFill>
              </a:rPr>
              <a:t>Introduction</a:t>
            </a:r>
          </a:p>
        </p:txBody>
      </p:sp>
      <p:sp>
        <p:nvSpPr>
          <p:cNvPr id="3" name="Content Placeholder 2">
            <a:extLst>
              <a:ext uri="{FF2B5EF4-FFF2-40B4-BE49-F238E27FC236}">
                <a16:creationId xmlns:a16="http://schemas.microsoft.com/office/drawing/2014/main" id="{29C43B74-97AA-478E-BB9F-A7C82C4BBAB7}"/>
              </a:ext>
            </a:extLst>
          </p:cNvPr>
          <p:cNvSpPr>
            <a:spLocks noGrp="1"/>
          </p:cNvSpPr>
          <p:nvPr>
            <p:ph idx="1"/>
          </p:nvPr>
        </p:nvSpPr>
        <p:spPr>
          <a:xfrm>
            <a:off x="5204109" y="1645920"/>
            <a:ext cx="6269434" cy="4470821"/>
          </a:xfrm>
        </p:spPr>
        <p:txBody>
          <a:bodyPr>
            <a:normAutofit/>
          </a:bodyPr>
          <a:lstStyle/>
          <a:p>
            <a:pPr algn="just"/>
            <a:r>
              <a:rPr lang="en-US" kern="100" dirty="0">
                <a:effectLst/>
                <a:latin typeface="Times New Roman" panose="02020603050405020304" pitchFamily="18" charset="0"/>
                <a:ea typeface="Aptos" panose="020B0004020202020204" pitchFamily="34" charset="0"/>
                <a:cs typeface="Times New Roman" panose="02020603050405020304" pitchFamily="18" charset="0"/>
              </a:rPr>
              <a:t>The decentralized charity donation platform is an application showing the effectiveness of blockchain technology in the easier facilitation of creating charity goals, receiving donations, and withdrawing collected funds. Built on the Ethereum network using smart contracts, this </a:t>
            </a:r>
            <a:r>
              <a:rPr lang="en-US" kern="100" dirty="0" err="1">
                <a:effectLst/>
                <a:latin typeface="Times New Roman" panose="02020603050405020304" pitchFamily="18" charset="0"/>
                <a:ea typeface="Aptos" panose="020B0004020202020204" pitchFamily="34" charset="0"/>
                <a:cs typeface="Times New Roman" panose="02020603050405020304" pitchFamily="18" charset="0"/>
              </a:rPr>
              <a:t>DApp</a:t>
            </a:r>
            <a:r>
              <a:rPr lang="en-US" kern="100" dirty="0">
                <a:effectLst/>
                <a:latin typeface="Times New Roman" panose="02020603050405020304" pitchFamily="18" charset="0"/>
                <a:ea typeface="Aptos" panose="020B0004020202020204" pitchFamily="34" charset="0"/>
                <a:cs typeface="Times New Roman" panose="02020603050405020304" pitchFamily="18" charset="0"/>
              </a:rPr>
              <a:t> uses blockchain security and transparency in such a way that all transactions are traceable and immutable. The backbone of this project, therefore, will be to provide a solid platform where creating charity campaigns, donating, and tracking any fundraising campaign is decentralized and easy to perform.</a:t>
            </a:r>
            <a:endParaRPr lang="en-US" kern="100" dirty="0">
              <a:effectLst/>
              <a:latin typeface="Aptos" panose="020B0004020202020204" pitchFamily="34" charset="0"/>
              <a:ea typeface="Aptos" panose="020B0004020202020204" pitchFamily="34" charset="0"/>
              <a:cs typeface="Times New Roman" panose="02020603050405020304" pitchFamily="18" charset="0"/>
            </a:endParaRPr>
          </a:p>
          <a:p>
            <a:pPr marL="0" indent="0" algn="just">
              <a:buNone/>
            </a:pPr>
            <a:endParaRPr lang="en-US" dirty="0"/>
          </a:p>
        </p:txBody>
      </p:sp>
    </p:spTree>
    <p:extLst>
      <p:ext uri="{BB962C8B-B14F-4D97-AF65-F5344CB8AC3E}">
        <p14:creationId xmlns:p14="http://schemas.microsoft.com/office/powerpoint/2010/main" val="879419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33"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0874719F-4CB0-777A-A2EA-BCA69B1E0987}"/>
              </a:ext>
            </a:extLst>
          </p:cNvPr>
          <p:cNvSpPr>
            <a:spLocks noGrp="1"/>
          </p:cNvSpPr>
          <p:nvPr>
            <p:ph type="title"/>
          </p:nvPr>
        </p:nvSpPr>
        <p:spPr>
          <a:xfrm>
            <a:off x="648930" y="629267"/>
            <a:ext cx="9252154" cy="1016654"/>
          </a:xfrm>
        </p:spPr>
        <p:txBody>
          <a:bodyPr>
            <a:normAutofit/>
          </a:bodyPr>
          <a:lstStyle/>
          <a:p>
            <a:pPr>
              <a:lnSpc>
                <a:spcPct val="90000"/>
              </a:lnSpc>
            </a:pPr>
            <a:r>
              <a:rPr lang="en-US" sz="3300">
                <a:solidFill>
                  <a:srgbClr val="EBEBEB"/>
                </a:solidFill>
              </a:rPr>
              <a:t>Why Blockchain for Decentralized Charity Donation Platform?</a:t>
            </a:r>
          </a:p>
        </p:txBody>
      </p:sp>
      <p:sp>
        <p:nvSpPr>
          <p:cNvPr id="35" name="Rectangle 34">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7" name="Freeform: Shape 36">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26" name="Content Placeholder 2">
            <a:extLst>
              <a:ext uri="{FF2B5EF4-FFF2-40B4-BE49-F238E27FC236}">
                <a16:creationId xmlns:a16="http://schemas.microsoft.com/office/drawing/2014/main" id="{74DEFF81-32EE-26E4-022A-2623C4C679F0}"/>
              </a:ext>
            </a:extLst>
          </p:cNvPr>
          <p:cNvGraphicFramePr>
            <a:graphicFrameLocks noGrp="1"/>
          </p:cNvGraphicFramePr>
          <p:nvPr>
            <p:ph idx="1"/>
            <p:extLst>
              <p:ext uri="{D42A27DB-BD31-4B8C-83A1-F6EECF244321}">
                <p14:modId xmlns:p14="http://schemas.microsoft.com/office/powerpoint/2010/main" val="2406730229"/>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0238462"/>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905DE7D4-9C17-B1BA-1217-5E46BDC2F88C}"/>
              </a:ext>
            </a:extLst>
          </p:cNvPr>
          <p:cNvSpPr>
            <a:spLocks noGrp="1"/>
          </p:cNvSpPr>
          <p:nvPr>
            <p:ph type="title"/>
          </p:nvPr>
        </p:nvSpPr>
        <p:spPr>
          <a:xfrm>
            <a:off x="806195" y="804672"/>
            <a:ext cx="3521359" cy="5248656"/>
          </a:xfrm>
        </p:spPr>
        <p:txBody>
          <a:bodyPr anchor="ctr">
            <a:normAutofit/>
          </a:bodyPr>
          <a:lstStyle/>
          <a:p>
            <a:pPr algn="ctr"/>
            <a:r>
              <a:rPr lang="en-US" dirty="0"/>
              <a:t>Key Features</a:t>
            </a:r>
            <a:endParaRPr lang="en-US"/>
          </a:p>
        </p:txBody>
      </p:sp>
      <p:sp>
        <p:nvSpPr>
          <p:cNvPr id="3" name="Content Placeholder 2">
            <a:extLst>
              <a:ext uri="{FF2B5EF4-FFF2-40B4-BE49-F238E27FC236}">
                <a16:creationId xmlns:a16="http://schemas.microsoft.com/office/drawing/2014/main" id="{7B7019E6-5058-2023-1F04-8D8178F3270A}"/>
              </a:ext>
            </a:extLst>
          </p:cNvPr>
          <p:cNvSpPr>
            <a:spLocks noGrp="1"/>
          </p:cNvSpPr>
          <p:nvPr>
            <p:ph idx="1"/>
          </p:nvPr>
        </p:nvSpPr>
        <p:spPr>
          <a:xfrm>
            <a:off x="4975861" y="804671"/>
            <a:ext cx="6399930" cy="5248657"/>
          </a:xfrm>
        </p:spPr>
        <p:txBody>
          <a:bodyPr anchor="ctr">
            <a:normAutofit/>
          </a:bodyPr>
          <a:lstStyle/>
          <a:p>
            <a:r>
              <a:rPr lang="en-US" dirty="0"/>
              <a:t>Goal Creation: Users can create a charitable goal by providing a description and a target amount.</a:t>
            </a:r>
            <a:endParaRPr lang="en-US"/>
          </a:p>
          <a:p>
            <a:r>
              <a:rPr lang="en-US" dirty="0"/>
              <a:t>Secure Donations: Donations are conducted via MetaMask, and each transaction is logged on blockchain.</a:t>
            </a:r>
            <a:endParaRPr lang="en-US"/>
          </a:p>
          <a:p>
            <a:r>
              <a:rPr lang="en-US" dirty="0"/>
              <a:t>Real-Time Tracking: The platform shows the amount raised for each target, which updates automatically with each donation.</a:t>
            </a:r>
            <a:endParaRPr lang="en-US"/>
          </a:p>
          <a:p>
            <a:r>
              <a:rPr lang="en-US" dirty="0"/>
              <a:t>Withdrawal of Funds: Once the target is met, the contract owner has the option to withdraw the entire cash raised.</a:t>
            </a:r>
            <a:endParaRPr lang="en-US"/>
          </a:p>
          <a:p>
            <a:r>
              <a:rPr lang="en-US" dirty="0"/>
              <a:t>Delete Goal: The platform allows the owner to remove goals that are no longer necessary.</a:t>
            </a:r>
            <a:endParaRPr lang="en-US"/>
          </a:p>
        </p:txBody>
      </p:sp>
    </p:spTree>
    <p:extLst>
      <p:ext uri="{BB962C8B-B14F-4D97-AF65-F5344CB8AC3E}">
        <p14:creationId xmlns:p14="http://schemas.microsoft.com/office/powerpoint/2010/main" val="205578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2" name="Rectangle 41">
            <a:extLst>
              <a:ext uri="{FF2B5EF4-FFF2-40B4-BE49-F238E27FC236}">
                <a16:creationId xmlns:a16="http://schemas.microsoft.com/office/drawing/2014/main" id="{F747F1B4-B831-4277-8AB0-32767F7EB7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43" name="Freeform 7">
            <a:extLst>
              <a:ext uri="{FF2B5EF4-FFF2-40B4-BE49-F238E27FC236}">
                <a16:creationId xmlns:a16="http://schemas.microsoft.com/office/drawing/2014/main" id="{D80CFA21-AB7C-4BEB-9BFF-05764FBBF3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605CBFB-2150-CD04-8850-5FB01AA991CB}"/>
              </a:ext>
            </a:extLst>
          </p:cNvPr>
          <p:cNvSpPr>
            <a:spLocks noGrp="1"/>
          </p:cNvSpPr>
          <p:nvPr>
            <p:ph type="title"/>
          </p:nvPr>
        </p:nvSpPr>
        <p:spPr>
          <a:xfrm>
            <a:off x="648930" y="629267"/>
            <a:ext cx="9252154" cy="1016654"/>
          </a:xfrm>
        </p:spPr>
        <p:txBody>
          <a:bodyPr>
            <a:normAutofit/>
          </a:bodyPr>
          <a:lstStyle/>
          <a:p>
            <a:r>
              <a:rPr lang="en-US">
                <a:solidFill>
                  <a:srgbClr val="EBEBEB"/>
                </a:solidFill>
              </a:rPr>
              <a:t>Architecture</a:t>
            </a:r>
          </a:p>
        </p:txBody>
      </p:sp>
      <p:sp>
        <p:nvSpPr>
          <p:cNvPr id="44" name="Rectangle 43">
            <a:extLst>
              <a:ext uri="{FF2B5EF4-FFF2-40B4-BE49-F238E27FC236}">
                <a16:creationId xmlns:a16="http://schemas.microsoft.com/office/drawing/2014/main" id="{12F7E335-851A-4CAE-B09F-E657819D46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5" name="Freeform: Shape 39">
            <a:extLst>
              <a:ext uri="{FF2B5EF4-FFF2-40B4-BE49-F238E27FC236}">
                <a16:creationId xmlns:a16="http://schemas.microsoft.com/office/drawing/2014/main" id="{10B541F0-7F6E-402E-84D8-CF96EACA5F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8" cy="5095933"/>
          </a:xfrm>
          <a:custGeom>
            <a:avLst/>
            <a:gdLst>
              <a:gd name="connsiteX0" fmla="*/ 1 w 12192418"/>
              <a:gd name="connsiteY0" fmla="*/ 0 h 5095933"/>
              <a:gd name="connsiteX1" fmla="*/ 71932 w 12192418"/>
              <a:gd name="connsiteY1" fmla="*/ 12261 h 5095933"/>
              <a:gd name="connsiteX2" fmla="*/ 282849 w 12192418"/>
              <a:gd name="connsiteY2" fmla="*/ 48343 h 5095933"/>
              <a:gd name="connsiteX3" fmla="*/ 436464 w 12192418"/>
              <a:gd name="connsiteY3" fmla="*/ 73565 h 5095933"/>
              <a:gd name="connsiteX4" fmla="*/ 619339 w 12192418"/>
              <a:gd name="connsiteY4" fmla="*/ 100188 h 5095933"/>
              <a:gd name="connsiteX5" fmla="*/ 836351 w 12192418"/>
              <a:gd name="connsiteY5" fmla="*/ 132066 h 5095933"/>
              <a:gd name="connsiteX6" fmla="*/ 1076528 w 12192418"/>
              <a:gd name="connsiteY6" fmla="*/ 165696 h 5095933"/>
              <a:gd name="connsiteX7" fmla="*/ 1347184 w 12192418"/>
              <a:gd name="connsiteY7" fmla="*/ 201077 h 5095933"/>
              <a:gd name="connsiteX8" fmla="*/ 1642223 w 12192418"/>
              <a:gd name="connsiteY8" fmla="*/ 238560 h 5095933"/>
              <a:gd name="connsiteX9" fmla="*/ 1962864 w 12192418"/>
              <a:gd name="connsiteY9" fmla="*/ 276043 h 5095933"/>
              <a:gd name="connsiteX10" fmla="*/ 2304232 w 12192418"/>
              <a:gd name="connsiteY10" fmla="*/ 314227 h 5095933"/>
              <a:gd name="connsiteX11" fmla="*/ 2672421 w 12192418"/>
              <a:gd name="connsiteY11" fmla="*/ 349608 h 5095933"/>
              <a:gd name="connsiteX12" fmla="*/ 3057678 w 12192418"/>
              <a:gd name="connsiteY12" fmla="*/ 383588 h 5095933"/>
              <a:gd name="connsiteX13" fmla="*/ 3464881 w 12192418"/>
              <a:gd name="connsiteY13" fmla="*/ 414415 h 5095933"/>
              <a:gd name="connsiteX14" fmla="*/ 3889152 w 12192418"/>
              <a:gd name="connsiteY14" fmla="*/ 443841 h 5095933"/>
              <a:gd name="connsiteX15" fmla="*/ 4331710 w 12192418"/>
              <a:gd name="connsiteY15" fmla="*/ 471515 h 5095933"/>
              <a:gd name="connsiteX16" fmla="*/ 4558476 w 12192418"/>
              <a:gd name="connsiteY16" fmla="*/ 481324 h 5095933"/>
              <a:gd name="connsiteX17" fmla="*/ 4790118 w 12192418"/>
              <a:gd name="connsiteY17" fmla="*/ 492183 h 5095933"/>
              <a:gd name="connsiteX18" fmla="*/ 5025418 w 12192418"/>
              <a:gd name="connsiteY18" fmla="*/ 502342 h 5095933"/>
              <a:gd name="connsiteX19" fmla="*/ 5261937 w 12192418"/>
              <a:gd name="connsiteY19" fmla="*/ 508998 h 5095933"/>
              <a:gd name="connsiteX20" fmla="*/ 5503332 w 12192418"/>
              <a:gd name="connsiteY20" fmla="*/ 514953 h 5095933"/>
              <a:gd name="connsiteX21" fmla="*/ 5747167 w 12192418"/>
              <a:gd name="connsiteY21" fmla="*/ 521259 h 5095933"/>
              <a:gd name="connsiteX22" fmla="*/ 5995877 w 12192418"/>
              <a:gd name="connsiteY22" fmla="*/ 525463 h 5095933"/>
              <a:gd name="connsiteX23" fmla="*/ 6247026 w 12192418"/>
              <a:gd name="connsiteY23" fmla="*/ 525463 h 5095933"/>
              <a:gd name="connsiteX24" fmla="*/ 6500613 w 12192418"/>
              <a:gd name="connsiteY24" fmla="*/ 527565 h 5095933"/>
              <a:gd name="connsiteX25" fmla="*/ 6756639 w 12192418"/>
              <a:gd name="connsiteY25" fmla="*/ 525463 h 5095933"/>
              <a:gd name="connsiteX26" fmla="*/ 7016322 w 12192418"/>
              <a:gd name="connsiteY26" fmla="*/ 521259 h 5095933"/>
              <a:gd name="connsiteX27" fmla="*/ 7276005 w 12192418"/>
              <a:gd name="connsiteY27" fmla="*/ 517406 h 5095933"/>
              <a:gd name="connsiteX28" fmla="*/ 7539345 w 12192418"/>
              <a:gd name="connsiteY28" fmla="*/ 508998 h 5095933"/>
              <a:gd name="connsiteX29" fmla="*/ 7805124 w 12192418"/>
              <a:gd name="connsiteY29" fmla="*/ 500241 h 5095933"/>
              <a:gd name="connsiteX30" fmla="*/ 8070903 w 12192418"/>
              <a:gd name="connsiteY30" fmla="*/ 490082 h 5095933"/>
              <a:gd name="connsiteX31" fmla="*/ 8339121 w 12192418"/>
              <a:gd name="connsiteY31" fmla="*/ 475719 h 5095933"/>
              <a:gd name="connsiteX32" fmla="*/ 8609776 w 12192418"/>
              <a:gd name="connsiteY32" fmla="*/ 458554 h 5095933"/>
              <a:gd name="connsiteX33" fmla="*/ 8881651 w 12192418"/>
              <a:gd name="connsiteY33" fmla="*/ 442089 h 5095933"/>
              <a:gd name="connsiteX34" fmla="*/ 9153526 w 12192418"/>
              <a:gd name="connsiteY34" fmla="*/ 421071 h 5095933"/>
              <a:gd name="connsiteX35" fmla="*/ 9429058 w 12192418"/>
              <a:gd name="connsiteY35" fmla="*/ 395849 h 5095933"/>
              <a:gd name="connsiteX36" fmla="*/ 9700933 w 12192418"/>
              <a:gd name="connsiteY36" fmla="*/ 370626 h 5095933"/>
              <a:gd name="connsiteX37" fmla="*/ 9977684 w 12192418"/>
              <a:gd name="connsiteY37" fmla="*/ 341551 h 5095933"/>
              <a:gd name="connsiteX38" fmla="*/ 10255655 w 12192418"/>
              <a:gd name="connsiteY38" fmla="*/ 309673 h 5095933"/>
              <a:gd name="connsiteX39" fmla="*/ 10529968 w 12192418"/>
              <a:gd name="connsiteY39" fmla="*/ 276043 h 5095933"/>
              <a:gd name="connsiteX40" fmla="*/ 10807939 w 12192418"/>
              <a:gd name="connsiteY40" fmla="*/ 236809 h 5095933"/>
              <a:gd name="connsiteX41" fmla="*/ 11084690 w 12192418"/>
              <a:gd name="connsiteY41" fmla="*/ 194772 h 5095933"/>
              <a:gd name="connsiteX42" fmla="*/ 11362661 w 12192418"/>
              <a:gd name="connsiteY42" fmla="*/ 153085 h 5095933"/>
              <a:gd name="connsiteX43" fmla="*/ 11639412 w 12192418"/>
              <a:gd name="connsiteY43" fmla="*/ 104392 h 5095933"/>
              <a:gd name="connsiteX44" fmla="*/ 11914945 w 12192418"/>
              <a:gd name="connsiteY44" fmla="*/ 54648 h 5095933"/>
              <a:gd name="connsiteX45" fmla="*/ 12191696 w 12192418"/>
              <a:gd name="connsiteY45" fmla="*/ 2452 h 5095933"/>
              <a:gd name="connsiteX46" fmla="*/ 12191696 w 12192418"/>
              <a:gd name="connsiteY46" fmla="*/ 2109542 h 5095933"/>
              <a:gd name="connsiteX47" fmla="*/ 12191999 w 12192418"/>
              <a:gd name="connsiteY47" fmla="*/ 2109542 h 5095933"/>
              <a:gd name="connsiteX48" fmla="*/ 12191999 w 12192418"/>
              <a:gd name="connsiteY48" fmla="*/ 2802467 h 5095933"/>
              <a:gd name="connsiteX49" fmla="*/ 12192418 w 12192418"/>
              <a:gd name="connsiteY49" fmla="*/ 2802467 h 5095933"/>
              <a:gd name="connsiteX50" fmla="*/ 12192418 w 12192418"/>
              <a:gd name="connsiteY50" fmla="*/ 5095933 h 5095933"/>
              <a:gd name="connsiteX51" fmla="*/ 1 w 12192418"/>
              <a:gd name="connsiteY51" fmla="*/ 5095933 h 5095933"/>
              <a:gd name="connsiteX52" fmla="*/ 1 w 12192418"/>
              <a:gd name="connsiteY52" fmla="*/ 4074529 h 5095933"/>
              <a:gd name="connsiteX53" fmla="*/ 0 w 12192418"/>
              <a:gd name="connsiteY53" fmla="*/ 4074529 h 5095933"/>
              <a:gd name="connsiteX54" fmla="*/ 0 w 12192418"/>
              <a:gd name="connsiteY54" fmla="*/ 2109542 h 5095933"/>
              <a:gd name="connsiteX55" fmla="*/ 1 w 12192418"/>
              <a:gd name="connsiteY55" fmla="*/ 2109542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418" h="5095933">
                <a:moveTo>
                  <a:pt x="1" y="0"/>
                </a:moveTo>
                <a:lnTo>
                  <a:pt x="71932" y="12261"/>
                </a:lnTo>
                <a:lnTo>
                  <a:pt x="282849" y="48343"/>
                </a:lnTo>
                <a:lnTo>
                  <a:pt x="436464" y="73565"/>
                </a:lnTo>
                <a:lnTo>
                  <a:pt x="619339" y="100188"/>
                </a:lnTo>
                <a:lnTo>
                  <a:pt x="836351" y="132066"/>
                </a:lnTo>
                <a:lnTo>
                  <a:pt x="1076528" y="165696"/>
                </a:lnTo>
                <a:lnTo>
                  <a:pt x="1347184" y="201077"/>
                </a:lnTo>
                <a:lnTo>
                  <a:pt x="1642223" y="238560"/>
                </a:lnTo>
                <a:lnTo>
                  <a:pt x="1962864" y="276043"/>
                </a:lnTo>
                <a:lnTo>
                  <a:pt x="2304232" y="314227"/>
                </a:lnTo>
                <a:lnTo>
                  <a:pt x="2672421" y="349608"/>
                </a:lnTo>
                <a:lnTo>
                  <a:pt x="3057678" y="383588"/>
                </a:lnTo>
                <a:lnTo>
                  <a:pt x="3464881" y="414415"/>
                </a:lnTo>
                <a:lnTo>
                  <a:pt x="3889152" y="443841"/>
                </a:lnTo>
                <a:lnTo>
                  <a:pt x="4331710" y="471515"/>
                </a:lnTo>
                <a:lnTo>
                  <a:pt x="4558476" y="481324"/>
                </a:lnTo>
                <a:lnTo>
                  <a:pt x="4790118" y="492183"/>
                </a:lnTo>
                <a:lnTo>
                  <a:pt x="5025418" y="502342"/>
                </a:lnTo>
                <a:lnTo>
                  <a:pt x="5261937" y="508998"/>
                </a:lnTo>
                <a:lnTo>
                  <a:pt x="5503332" y="514953"/>
                </a:lnTo>
                <a:lnTo>
                  <a:pt x="5747167" y="521259"/>
                </a:lnTo>
                <a:lnTo>
                  <a:pt x="5995877" y="525463"/>
                </a:lnTo>
                <a:lnTo>
                  <a:pt x="6247026" y="525463"/>
                </a:lnTo>
                <a:lnTo>
                  <a:pt x="6500613" y="527565"/>
                </a:lnTo>
                <a:lnTo>
                  <a:pt x="6756639" y="525463"/>
                </a:lnTo>
                <a:lnTo>
                  <a:pt x="7016322" y="521259"/>
                </a:lnTo>
                <a:lnTo>
                  <a:pt x="7276005" y="517406"/>
                </a:lnTo>
                <a:lnTo>
                  <a:pt x="7539345" y="508998"/>
                </a:lnTo>
                <a:lnTo>
                  <a:pt x="7805124" y="500241"/>
                </a:lnTo>
                <a:lnTo>
                  <a:pt x="8070903" y="490082"/>
                </a:lnTo>
                <a:lnTo>
                  <a:pt x="8339121" y="475719"/>
                </a:lnTo>
                <a:lnTo>
                  <a:pt x="8609776" y="458554"/>
                </a:lnTo>
                <a:lnTo>
                  <a:pt x="8881651" y="442089"/>
                </a:lnTo>
                <a:lnTo>
                  <a:pt x="9153526" y="421071"/>
                </a:lnTo>
                <a:lnTo>
                  <a:pt x="9429058" y="395849"/>
                </a:lnTo>
                <a:lnTo>
                  <a:pt x="9700933" y="370626"/>
                </a:lnTo>
                <a:lnTo>
                  <a:pt x="9977684" y="341551"/>
                </a:lnTo>
                <a:lnTo>
                  <a:pt x="10255655" y="309673"/>
                </a:lnTo>
                <a:lnTo>
                  <a:pt x="10529968" y="276043"/>
                </a:lnTo>
                <a:lnTo>
                  <a:pt x="10807939" y="236809"/>
                </a:lnTo>
                <a:lnTo>
                  <a:pt x="11084690" y="194772"/>
                </a:lnTo>
                <a:lnTo>
                  <a:pt x="11362661" y="153085"/>
                </a:lnTo>
                <a:lnTo>
                  <a:pt x="11639412" y="104392"/>
                </a:lnTo>
                <a:lnTo>
                  <a:pt x="11914945" y="54648"/>
                </a:lnTo>
                <a:lnTo>
                  <a:pt x="12191696" y="2452"/>
                </a:lnTo>
                <a:lnTo>
                  <a:pt x="12191696" y="2109542"/>
                </a:lnTo>
                <a:lnTo>
                  <a:pt x="12191999" y="2109542"/>
                </a:lnTo>
                <a:lnTo>
                  <a:pt x="12191999" y="2802467"/>
                </a:lnTo>
                <a:lnTo>
                  <a:pt x="12192418" y="2802467"/>
                </a:lnTo>
                <a:lnTo>
                  <a:pt x="12192418" y="5095933"/>
                </a:lnTo>
                <a:lnTo>
                  <a:pt x="1" y="5095933"/>
                </a:lnTo>
                <a:lnTo>
                  <a:pt x="1" y="4074529"/>
                </a:lnTo>
                <a:lnTo>
                  <a:pt x="0" y="4074529"/>
                </a:lnTo>
                <a:lnTo>
                  <a:pt x="0" y="2109542"/>
                </a:lnTo>
                <a:lnTo>
                  <a:pt x="1" y="2109542"/>
                </a:lnTo>
                <a:close/>
              </a:path>
            </a:pathLst>
          </a:custGeom>
          <a:solidFill>
            <a:schemeClr val="bg1"/>
          </a:solidFill>
          <a:ln>
            <a:noFill/>
          </a:ln>
        </p:spPr>
        <p:txBody>
          <a:bodyPr/>
          <a:lstStyle/>
          <a:p>
            <a:endParaRPr lang="en-US"/>
          </a:p>
        </p:txBody>
      </p:sp>
      <p:graphicFrame>
        <p:nvGraphicFramePr>
          <p:cNvPr id="29" name="Content Placeholder 2">
            <a:extLst>
              <a:ext uri="{FF2B5EF4-FFF2-40B4-BE49-F238E27FC236}">
                <a16:creationId xmlns:a16="http://schemas.microsoft.com/office/drawing/2014/main" id="{84A1FE17-BE3A-4DBB-1FDB-737610C72C2C}"/>
              </a:ext>
            </a:extLst>
          </p:cNvPr>
          <p:cNvGraphicFramePr>
            <a:graphicFrameLocks noGrp="1"/>
          </p:cNvGraphicFramePr>
          <p:nvPr>
            <p:ph idx="1"/>
            <p:extLst>
              <p:ext uri="{D42A27DB-BD31-4B8C-83A1-F6EECF244321}">
                <p14:modId xmlns:p14="http://schemas.microsoft.com/office/powerpoint/2010/main" val="2707358750"/>
              </p:ext>
            </p:extLst>
          </p:nvPr>
        </p:nvGraphicFramePr>
        <p:xfrm>
          <a:off x="648930" y="2810256"/>
          <a:ext cx="10895370" cy="340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55524024"/>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7425E2-6F20-9C82-3441-866C3B455195}"/>
              </a:ext>
            </a:extLst>
          </p:cNvPr>
          <p:cNvSpPr>
            <a:spLocks noGrp="1"/>
          </p:cNvSpPr>
          <p:nvPr>
            <p:ph type="title"/>
          </p:nvPr>
        </p:nvSpPr>
        <p:spPr>
          <a:xfrm>
            <a:off x="648930" y="629266"/>
            <a:ext cx="6188190" cy="1622321"/>
          </a:xfrm>
        </p:spPr>
        <p:txBody>
          <a:bodyPr>
            <a:normAutofit/>
          </a:bodyPr>
          <a:lstStyle/>
          <a:p>
            <a:r>
              <a:rPr lang="en-US">
                <a:solidFill>
                  <a:srgbClr val="EBEBEB"/>
                </a:solidFill>
              </a:rPr>
              <a:t>Technology Stack</a:t>
            </a:r>
          </a:p>
        </p:txBody>
      </p:sp>
      <p:sp>
        <p:nvSpPr>
          <p:cNvPr id="3" name="Content Placeholder 2">
            <a:extLst>
              <a:ext uri="{FF2B5EF4-FFF2-40B4-BE49-F238E27FC236}">
                <a16:creationId xmlns:a16="http://schemas.microsoft.com/office/drawing/2014/main" id="{B05B3EA9-7309-3AD5-0244-58FC342D8453}"/>
              </a:ext>
            </a:extLst>
          </p:cNvPr>
          <p:cNvSpPr>
            <a:spLocks noGrp="1"/>
          </p:cNvSpPr>
          <p:nvPr>
            <p:ph idx="1"/>
          </p:nvPr>
        </p:nvSpPr>
        <p:spPr>
          <a:xfrm>
            <a:off x="648930" y="2438400"/>
            <a:ext cx="6188189" cy="3785419"/>
          </a:xfrm>
        </p:spPr>
        <p:txBody>
          <a:bodyPr>
            <a:normAutofit/>
          </a:bodyPr>
          <a:lstStyle/>
          <a:p>
            <a:pPr>
              <a:lnSpc>
                <a:spcPct val="90000"/>
              </a:lnSpc>
            </a:pPr>
            <a:r>
              <a:rPr lang="en-US" sz="1900">
                <a:solidFill>
                  <a:srgbClr val="FFFFFF"/>
                </a:solidFill>
              </a:rPr>
              <a:t>Frontend: Web3.js and React.js to link the blockchain interface.</a:t>
            </a:r>
          </a:p>
          <a:p>
            <a:pPr>
              <a:lnSpc>
                <a:spcPct val="90000"/>
              </a:lnSpc>
            </a:pPr>
            <a:r>
              <a:rPr lang="en-US" sz="1900">
                <a:solidFill>
                  <a:srgbClr val="FFFFFF"/>
                </a:solidFill>
              </a:rPr>
              <a:t>Backend: Solidity is used to create smart contracts for managing donations and tracking funds.</a:t>
            </a:r>
          </a:p>
          <a:p>
            <a:pPr>
              <a:lnSpc>
                <a:spcPct val="90000"/>
              </a:lnSpc>
            </a:pPr>
            <a:r>
              <a:rPr lang="en-US" sz="1900">
                <a:solidFill>
                  <a:srgbClr val="FFFFFF"/>
                </a:solidFill>
              </a:rPr>
              <a:t>Development Framework: Hardhat is used for testing, deploying, and auditing smart contracts.</a:t>
            </a:r>
          </a:p>
          <a:p>
            <a:pPr>
              <a:lnSpc>
                <a:spcPct val="90000"/>
              </a:lnSpc>
            </a:pPr>
            <a:r>
              <a:rPr lang="en-US" sz="1900">
                <a:solidFill>
                  <a:srgbClr val="FFFFFF"/>
                </a:solidFill>
              </a:rPr>
              <a:t>Blockchain: Ethereum Testnet.</a:t>
            </a:r>
          </a:p>
          <a:p>
            <a:pPr>
              <a:lnSpc>
                <a:spcPct val="90000"/>
              </a:lnSpc>
            </a:pPr>
            <a:r>
              <a:rPr lang="en-US" sz="1900">
                <a:solidFill>
                  <a:srgbClr val="FFFFFF"/>
                </a:solidFill>
              </a:rPr>
              <a:t>Wallet Integration: MetaMask's wallet integration allows users to securely organize and transfer donations.</a:t>
            </a:r>
          </a:p>
          <a:p>
            <a:pPr>
              <a:lnSpc>
                <a:spcPct val="90000"/>
              </a:lnSpc>
            </a:pPr>
            <a:endParaRPr lang="en-US" sz="1900">
              <a:solidFill>
                <a:srgbClr val="FFFFFF"/>
              </a:solidFill>
            </a:endParaRPr>
          </a:p>
        </p:txBody>
      </p:sp>
      <p:sp>
        <p:nvSpPr>
          <p:cNvPr id="25"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26" name="Picture 25" descr="Top view of cubes connected with black lines">
            <a:extLst>
              <a:ext uri="{FF2B5EF4-FFF2-40B4-BE49-F238E27FC236}">
                <a16:creationId xmlns:a16="http://schemas.microsoft.com/office/drawing/2014/main" id="{8374ADFE-780A-B2A2-FFD0-2450D224B0E6}"/>
              </a:ext>
            </a:extLst>
          </p:cNvPr>
          <p:cNvPicPr>
            <a:picLocks noChangeAspect="1"/>
          </p:cNvPicPr>
          <p:nvPr/>
        </p:nvPicPr>
        <p:blipFill>
          <a:blip r:embed="rId3"/>
          <a:srcRect l="27822" r="17900"/>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4288640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4B0283-F2AF-52EA-7682-68063301F435}"/>
              </a:ext>
            </a:extLst>
          </p:cNvPr>
          <p:cNvSpPr>
            <a:spLocks noGrp="1"/>
          </p:cNvSpPr>
          <p:nvPr>
            <p:ph type="title"/>
          </p:nvPr>
        </p:nvSpPr>
        <p:spPr>
          <a:xfrm>
            <a:off x="648930" y="629266"/>
            <a:ext cx="6188190" cy="1622321"/>
          </a:xfrm>
        </p:spPr>
        <p:txBody>
          <a:bodyPr>
            <a:normAutofit/>
          </a:bodyPr>
          <a:lstStyle/>
          <a:p>
            <a:r>
              <a:rPr lang="en-US">
                <a:solidFill>
                  <a:srgbClr val="EBEBEB"/>
                </a:solidFill>
              </a:rPr>
              <a:t>GitHub Repository</a:t>
            </a:r>
          </a:p>
        </p:txBody>
      </p:sp>
      <p:sp>
        <p:nvSpPr>
          <p:cNvPr id="23" name="Content Placeholder 2">
            <a:extLst>
              <a:ext uri="{FF2B5EF4-FFF2-40B4-BE49-F238E27FC236}">
                <a16:creationId xmlns:a16="http://schemas.microsoft.com/office/drawing/2014/main" id="{451A99F8-1599-88FD-13DF-F6D9DD58EB22}"/>
              </a:ext>
            </a:extLst>
          </p:cNvPr>
          <p:cNvSpPr>
            <a:spLocks noGrp="1"/>
          </p:cNvSpPr>
          <p:nvPr>
            <p:ph idx="1"/>
          </p:nvPr>
        </p:nvSpPr>
        <p:spPr>
          <a:xfrm>
            <a:off x="648930" y="2438400"/>
            <a:ext cx="6188189" cy="3785419"/>
          </a:xfrm>
        </p:spPr>
        <p:txBody>
          <a:bodyPr>
            <a:normAutofit/>
          </a:bodyPr>
          <a:lstStyle/>
          <a:p>
            <a:r>
              <a:rPr lang="en-US">
                <a:solidFill>
                  <a:srgbClr val="FFFFFF"/>
                </a:solidFill>
              </a:rPr>
              <a:t>The whole source code and documentation for the project can be found on </a:t>
            </a:r>
          </a:p>
          <a:p>
            <a:r>
              <a:rPr lang="en-US">
                <a:solidFill>
                  <a:srgbClr val="FFFFFF"/>
                </a:solidFill>
              </a:rPr>
              <a:t>GitHub:</a:t>
            </a:r>
            <a:br>
              <a:rPr lang="en-US">
                <a:solidFill>
                  <a:srgbClr val="FFFFFF"/>
                </a:solidFill>
              </a:rPr>
            </a:br>
            <a:r>
              <a:rPr lang="en-US">
                <a:solidFill>
                  <a:srgbClr val="FFFFFF"/>
                </a:solidFill>
              </a:rPr>
              <a:t>Repository URL: </a:t>
            </a:r>
            <a:r>
              <a:rPr lang="en-US">
                <a:solidFill>
                  <a:srgbClr val="FFFFFF"/>
                </a:solidFill>
                <a:hlinkClick r:id="rId3"/>
              </a:rPr>
              <a:t>https://github.com/Tsr2001/donation-platform</a:t>
            </a:r>
            <a:endParaRPr lang="en-US">
              <a:solidFill>
                <a:srgbClr val="FFFFFF"/>
              </a:solidFill>
            </a:endParaRPr>
          </a:p>
          <a:p>
            <a:r>
              <a:rPr lang="en-US">
                <a:solidFill>
                  <a:srgbClr val="FFFFFF"/>
                </a:solidFill>
              </a:rPr>
              <a:t>The repository contains the smart contract code, frontend application, deployment scripts, and user manuals.</a:t>
            </a:r>
          </a:p>
        </p:txBody>
      </p:sp>
      <p:sp>
        <p:nvSpPr>
          <p:cNvPr id="24"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25" name="Picture 24" descr="Computer script on a screen">
            <a:extLst>
              <a:ext uri="{FF2B5EF4-FFF2-40B4-BE49-F238E27FC236}">
                <a16:creationId xmlns:a16="http://schemas.microsoft.com/office/drawing/2014/main" id="{CBB3878F-38A4-9F52-DBEF-6B8A730791D6}"/>
              </a:ext>
            </a:extLst>
          </p:cNvPr>
          <p:cNvPicPr>
            <a:picLocks noChangeAspect="1"/>
          </p:cNvPicPr>
          <p:nvPr/>
        </p:nvPicPr>
        <p:blipFill>
          <a:blip r:embed="rId4"/>
          <a:srcRect l="5959" r="45732" b="-2"/>
          <a:stretch/>
        </p:blipFill>
        <p:spPr>
          <a:xfrm>
            <a:off x="7229175" y="1"/>
            <a:ext cx="4963245" cy="6858001"/>
          </a:xfrm>
          <a:custGeom>
            <a:avLst/>
            <a:gdLst/>
            <a:ahLst/>
            <a:cxnLst/>
            <a:rect l="l" t="t" r="r" b="b"/>
            <a:pathLst>
              <a:path w="4963245" h="6858001">
                <a:moveTo>
                  <a:pt x="1177" y="0"/>
                </a:moveTo>
                <a:lnTo>
                  <a:pt x="1344715" y="0"/>
                </a:lnTo>
                <a:lnTo>
                  <a:pt x="1344715" y="1"/>
                </a:lnTo>
                <a:lnTo>
                  <a:pt x="4963245" y="1"/>
                </a:lnTo>
                <a:lnTo>
                  <a:pt x="4963244" y="6858001"/>
                </a:lnTo>
                <a:lnTo>
                  <a:pt x="900697" y="6858001"/>
                </a:lnTo>
                <a:lnTo>
                  <a:pt x="900697" y="6858000"/>
                </a:lnTo>
                <a:lnTo>
                  <a:pt x="0" y="6858000"/>
                </a:lnTo>
                <a:lnTo>
                  <a:pt x="5883" y="6817538"/>
                </a:lnTo>
                <a:lnTo>
                  <a:pt x="23196" y="6698894"/>
                </a:lnTo>
                <a:lnTo>
                  <a:pt x="35299" y="6612483"/>
                </a:lnTo>
                <a:lnTo>
                  <a:pt x="48073" y="6509613"/>
                </a:lnTo>
                <a:lnTo>
                  <a:pt x="63369" y="6387541"/>
                </a:lnTo>
                <a:lnTo>
                  <a:pt x="79506" y="6252438"/>
                </a:lnTo>
                <a:lnTo>
                  <a:pt x="96483" y="6100191"/>
                </a:lnTo>
                <a:lnTo>
                  <a:pt x="114469" y="5934227"/>
                </a:lnTo>
                <a:lnTo>
                  <a:pt x="132454" y="5753862"/>
                </a:lnTo>
                <a:lnTo>
                  <a:pt x="150776" y="5561838"/>
                </a:lnTo>
                <a:lnTo>
                  <a:pt x="167753" y="5354726"/>
                </a:lnTo>
                <a:lnTo>
                  <a:pt x="184058" y="5138013"/>
                </a:lnTo>
                <a:lnTo>
                  <a:pt x="198849" y="4908956"/>
                </a:lnTo>
                <a:lnTo>
                  <a:pt x="212969" y="4670298"/>
                </a:lnTo>
                <a:lnTo>
                  <a:pt x="226248" y="4421352"/>
                </a:lnTo>
                <a:lnTo>
                  <a:pt x="230955" y="4293793"/>
                </a:lnTo>
                <a:lnTo>
                  <a:pt x="236165" y="4163492"/>
                </a:lnTo>
                <a:lnTo>
                  <a:pt x="241040" y="4031133"/>
                </a:lnTo>
                <a:lnTo>
                  <a:pt x="244234" y="3898087"/>
                </a:lnTo>
                <a:lnTo>
                  <a:pt x="247091" y="3762299"/>
                </a:lnTo>
                <a:lnTo>
                  <a:pt x="250117" y="3625139"/>
                </a:lnTo>
                <a:lnTo>
                  <a:pt x="252134" y="3485236"/>
                </a:lnTo>
                <a:lnTo>
                  <a:pt x="252134" y="3343961"/>
                </a:lnTo>
                <a:lnTo>
                  <a:pt x="253142" y="3201315"/>
                </a:lnTo>
                <a:lnTo>
                  <a:pt x="252134" y="3057297"/>
                </a:lnTo>
                <a:lnTo>
                  <a:pt x="250117" y="2911221"/>
                </a:lnTo>
                <a:lnTo>
                  <a:pt x="248268" y="2765146"/>
                </a:lnTo>
                <a:lnTo>
                  <a:pt x="244234" y="2617013"/>
                </a:lnTo>
                <a:lnTo>
                  <a:pt x="240032" y="2467509"/>
                </a:lnTo>
                <a:lnTo>
                  <a:pt x="235157" y="2318004"/>
                </a:lnTo>
                <a:lnTo>
                  <a:pt x="228266" y="2167128"/>
                </a:lnTo>
                <a:lnTo>
                  <a:pt x="220029" y="2014881"/>
                </a:lnTo>
                <a:lnTo>
                  <a:pt x="212129" y="1861947"/>
                </a:lnTo>
                <a:lnTo>
                  <a:pt x="202044" y="1709014"/>
                </a:lnTo>
                <a:lnTo>
                  <a:pt x="189941" y="1554023"/>
                </a:lnTo>
                <a:lnTo>
                  <a:pt x="177839" y="1401090"/>
                </a:lnTo>
                <a:lnTo>
                  <a:pt x="163887" y="1245413"/>
                </a:lnTo>
                <a:lnTo>
                  <a:pt x="148591" y="1089051"/>
                </a:lnTo>
                <a:lnTo>
                  <a:pt x="132455" y="934746"/>
                </a:lnTo>
                <a:lnTo>
                  <a:pt x="113629" y="778383"/>
                </a:lnTo>
                <a:lnTo>
                  <a:pt x="93458" y="622707"/>
                </a:lnTo>
                <a:lnTo>
                  <a:pt x="73455" y="466344"/>
                </a:lnTo>
                <a:lnTo>
                  <a:pt x="50091" y="310668"/>
                </a:lnTo>
                <a:lnTo>
                  <a:pt x="26222" y="155677"/>
                </a:lnTo>
                <a:close/>
              </a:path>
            </a:pathLst>
          </a:custGeom>
        </p:spPr>
      </p:pic>
    </p:spTree>
    <p:extLst>
      <p:ext uri="{BB962C8B-B14F-4D97-AF65-F5344CB8AC3E}">
        <p14:creationId xmlns:p14="http://schemas.microsoft.com/office/powerpoint/2010/main" val="1181155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23E8915-D2AA-4327-A45A-972C3CA957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8302FC3C-9804-4950-B721-5FD704BA60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0" y="0"/>
            <a:ext cx="12188952" cy="6858000"/>
          </a:xfrm>
          <a:prstGeom prst="rect">
            <a:avLst/>
          </a:prstGeom>
          <a:ln w="127000" cap="sq" cmpd="thinThick">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B9695BD-ECF6-49CA-8877-8C493193C65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5" y="1828800"/>
            <a:ext cx="0" cy="3200400"/>
          </a:xfrm>
          <a:prstGeom prst="line">
            <a:avLst/>
          </a:prstGeom>
          <a:ln w="1905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BC6EBB2-9BDC-4075-BA6B-43A9FBF9C8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23320"/>
          <a:stretch/>
        </p:blipFill>
        <p:spPr>
          <a:xfrm>
            <a:off x="8605878" y="6228080"/>
            <a:ext cx="993734" cy="762000"/>
          </a:xfrm>
          <a:prstGeom prst="rect">
            <a:avLst/>
          </a:prstGeom>
        </p:spPr>
      </p:pic>
      <p:sp>
        <p:nvSpPr>
          <p:cNvPr id="16" name="Freeform 5">
            <a:extLst>
              <a:ext uri="{FF2B5EF4-FFF2-40B4-BE49-F238E27FC236}">
                <a16:creationId xmlns:a16="http://schemas.microsoft.com/office/drawing/2014/main" id="{F3798573-F27B-47EB-8EA4-7EE34954C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588" y="0"/>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8BB13D1D-0F4B-8653-6155-3574E9A41624}"/>
              </a:ext>
            </a:extLst>
          </p:cNvPr>
          <p:cNvSpPr>
            <a:spLocks noGrp="1"/>
          </p:cNvSpPr>
          <p:nvPr>
            <p:ph type="title"/>
          </p:nvPr>
        </p:nvSpPr>
        <p:spPr>
          <a:xfrm>
            <a:off x="806195" y="804672"/>
            <a:ext cx="3521359" cy="5248656"/>
          </a:xfrm>
        </p:spPr>
        <p:txBody>
          <a:bodyPr anchor="ctr">
            <a:normAutofit/>
          </a:bodyPr>
          <a:lstStyle/>
          <a:p>
            <a:pPr algn="ctr"/>
            <a:r>
              <a:rPr lang="en-US" dirty="0"/>
              <a:t>Conclusion</a:t>
            </a:r>
            <a:br>
              <a:rPr lang="en-US" dirty="0"/>
            </a:br>
            <a:endParaRPr lang="en-US"/>
          </a:p>
        </p:txBody>
      </p:sp>
      <p:sp>
        <p:nvSpPr>
          <p:cNvPr id="7" name="Content Placeholder 2">
            <a:extLst>
              <a:ext uri="{FF2B5EF4-FFF2-40B4-BE49-F238E27FC236}">
                <a16:creationId xmlns:a16="http://schemas.microsoft.com/office/drawing/2014/main" id="{707CA038-A5B2-E250-03CD-1362293944C9}"/>
              </a:ext>
            </a:extLst>
          </p:cNvPr>
          <p:cNvSpPr>
            <a:spLocks noGrp="1"/>
          </p:cNvSpPr>
          <p:nvPr>
            <p:ph idx="1"/>
          </p:nvPr>
        </p:nvSpPr>
        <p:spPr>
          <a:xfrm>
            <a:off x="4975861" y="804671"/>
            <a:ext cx="6399930" cy="5248657"/>
          </a:xfrm>
        </p:spPr>
        <p:txBody>
          <a:bodyPr anchor="ctr">
            <a:normAutofit/>
          </a:bodyPr>
          <a:lstStyle/>
          <a:p>
            <a:r>
              <a:rPr lang="en-US"/>
              <a:t>The Decentralized Charity Donation Platform provides a secure and transparent fundraising option for charities.</a:t>
            </a:r>
          </a:p>
          <a:p>
            <a:r>
              <a:rPr lang="en-US"/>
              <a:t>Using blockchain technology, the platform assures that all transactions are immutable and traceable, giving donors trust in the donation process.</a:t>
            </a:r>
          </a:p>
          <a:p>
            <a:r>
              <a:rPr lang="en-US"/>
              <a:t>This project demonstrates how decentralized applications can improve trust and accountability in the charity sector.</a:t>
            </a:r>
          </a:p>
        </p:txBody>
      </p:sp>
    </p:spTree>
    <p:extLst>
      <p:ext uri="{BB962C8B-B14F-4D97-AF65-F5344CB8AC3E}">
        <p14:creationId xmlns:p14="http://schemas.microsoft.com/office/powerpoint/2010/main" val="33520611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426</TotalTime>
  <Words>607</Words>
  <Application>Microsoft Macintosh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Century Gothic</vt:lpstr>
      <vt:lpstr>Times New Roman</vt:lpstr>
      <vt:lpstr>Wingdings 3</vt:lpstr>
      <vt:lpstr>Ion</vt:lpstr>
      <vt:lpstr>Decentralized Charity Donation Platform</vt:lpstr>
      <vt:lpstr>Introduction</vt:lpstr>
      <vt:lpstr>Why Blockchain for Decentralized Charity Donation Platform?</vt:lpstr>
      <vt:lpstr>Key Features</vt:lpstr>
      <vt:lpstr>Architecture</vt:lpstr>
      <vt:lpstr>Technology Stack</vt:lpstr>
      <vt:lpstr>GitHub Repository</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Thumma, Sunil Reddy (UMKC-Student)</dc:creator>
  <cp:lastModifiedBy>Thumma, Sunil Reddy (UMKC-Student)</cp:lastModifiedBy>
  <cp:revision>1</cp:revision>
  <dcterms:created xsi:type="dcterms:W3CDTF">2024-11-18T21:58:36Z</dcterms:created>
  <dcterms:modified xsi:type="dcterms:W3CDTF">2024-11-19T05:04:50Z</dcterms:modified>
</cp:coreProperties>
</file>